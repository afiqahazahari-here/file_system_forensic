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6" r:id="rId29"/>
    <p:sldId id="307" r:id="rId30"/>
    <p:sldId id="308" r:id="rId31"/>
    <p:sldId id="27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81" d="100"/>
          <a:sy n="81" d="100"/>
        </p:scale>
        <p:origin x="9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25.png"/><Relationship Id="rId7" Type="http://schemas.openxmlformats.org/officeDocument/2006/relationships/image" Target="../media/image2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0.svg"/><Relationship Id="rId4" Type="http://schemas.openxmlformats.org/officeDocument/2006/relationships/image" Target="../media/image26.svg"/><Relationship Id="rId9" Type="http://schemas.openxmlformats.org/officeDocument/2006/relationships/image" Target="../media/image29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38.png"/><Relationship Id="rId3" Type="http://schemas.openxmlformats.org/officeDocument/2006/relationships/image" Target="../media/image17.png"/><Relationship Id="rId7" Type="http://schemas.openxmlformats.org/officeDocument/2006/relationships/image" Target="../media/image34.png"/><Relationship Id="rId12" Type="http://schemas.openxmlformats.org/officeDocument/2006/relationships/image" Target="../media/image37.sv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5.svg"/><Relationship Id="rId11" Type="http://schemas.openxmlformats.org/officeDocument/2006/relationships/image" Target="../media/image36.png"/><Relationship Id="rId5" Type="http://schemas.openxmlformats.org/officeDocument/2006/relationships/image" Target="../media/image4.png"/><Relationship Id="rId10" Type="http://schemas.openxmlformats.org/officeDocument/2006/relationships/image" Target="../media/image3.svg"/><Relationship Id="rId4" Type="http://schemas.openxmlformats.org/officeDocument/2006/relationships/image" Target="../media/image18.svg"/><Relationship Id="rId9" Type="http://schemas.openxmlformats.org/officeDocument/2006/relationships/image" Target="../media/image2.png"/><Relationship Id="rId14" Type="http://schemas.openxmlformats.org/officeDocument/2006/relationships/image" Target="../media/image39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42.png"/><Relationship Id="rId7" Type="http://schemas.openxmlformats.org/officeDocument/2006/relationships/image" Target="../media/image23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23.png"/><Relationship Id="rId7" Type="http://schemas.openxmlformats.org/officeDocument/2006/relationships/image" Target="../media/image49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24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25.png"/><Relationship Id="rId7" Type="http://schemas.openxmlformats.org/officeDocument/2006/relationships/image" Target="../media/image2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0.svg"/><Relationship Id="rId4" Type="http://schemas.openxmlformats.org/officeDocument/2006/relationships/image" Target="../media/image26.svg"/><Relationship Id="rId9" Type="http://schemas.openxmlformats.org/officeDocument/2006/relationships/image" Target="../media/image29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38.png"/><Relationship Id="rId3" Type="http://schemas.openxmlformats.org/officeDocument/2006/relationships/image" Target="../media/image17.png"/><Relationship Id="rId7" Type="http://schemas.openxmlformats.org/officeDocument/2006/relationships/image" Target="../media/image34.png"/><Relationship Id="rId12" Type="http://schemas.openxmlformats.org/officeDocument/2006/relationships/image" Target="../media/image37.sv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5.svg"/><Relationship Id="rId11" Type="http://schemas.openxmlformats.org/officeDocument/2006/relationships/image" Target="../media/image36.png"/><Relationship Id="rId5" Type="http://schemas.openxmlformats.org/officeDocument/2006/relationships/image" Target="../media/image4.png"/><Relationship Id="rId10" Type="http://schemas.openxmlformats.org/officeDocument/2006/relationships/image" Target="../media/image3.svg"/><Relationship Id="rId4" Type="http://schemas.openxmlformats.org/officeDocument/2006/relationships/image" Target="../media/image18.svg"/><Relationship Id="rId9" Type="http://schemas.openxmlformats.org/officeDocument/2006/relationships/image" Target="../media/image2.png"/><Relationship Id="rId14" Type="http://schemas.openxmlformats.org/officeDocument/2006/relationships/image" Target="../media/image39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42.png"/><Relationship Id="rId7" Type="http://schemas.openxmlformats.org/officeDocument/2006/relationships/image" Target="../media/image23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23.png"/><Relationship Id="rId7" Type="http://schemas.openxmlformats.org/officeDocument/2006/relationships/image" Target="../media/image49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24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6B45E6-AB9D-4FD3-AF07-FDCC087739E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C4A09F-4B02-4B9E-B2CB-F06DDDFC0C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purpose of device investigation is to process digital data, so that we need to understand some of the basics of data. </a:t>
          </a:r>
        </a:p>
      </dgm:t>
    </dgm:pt>
    <dgm:pt modelId="{7C0DC8B3-0B94-41AD-84FE-69422C0F683E}" type="parTrans" cxnId="{80FBC825-BAAF-4012-80B1-704224C99F6F}">
      <dgm:prSet/>
      <dgm:spPr/>
      <dgm:t>
        <a:bodyPr/>
        <a:lstStyle/>
        <a:p>
          <a:endParaRPr lang="en-US"/>
        </a:p>
      </dgm:t>
    </dgm:pt>
    <dgm:pt modelId="{16E0400F-A14A-4C97-89DA-4A7D200630DB}" type="sibTrans" cxnId="{80FBC825-BAAF-4012-80B1-704224C99F6F}">
      <dgm:prSet/>
      <dgm:spPr/>
      <dgm:t>
        <a:bodyPr/>
        <a:lstStyle/>
        <a:p>
          <a:endParaRPr lang="en-US"/>
        </a:p>
      </dgm:t>
    </dgm:pt>
    <dgm:pt modelId="{81AE2D44-727E-41AD-8349-23CDC9E125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 will look at binary and hexadecimal numbers, data sizes, endian ordering, and data structures. </a:t>
          </a:r>
        </a:p>
      </dgm:t>
    </dgm:pt>
    <dgm:pt modelId="{DDD55A31-CA6F-4523-BD85-DC87E8BB77E2}" type="parTrans" cxnId="{3BB71356-BB2A-463B-B08F-B9267C0A9943}">
      <dgm:prSet/>
      <dgm:spPr/>
      <dgm:t>
        <a:bodyPr/>
        <a:lstStyle/>
        <a:p>
          <a:endParaRPr lang="en-US"/>
        </a:p>
      </dgm:t>
    </dgm:pt>
    <dgm:pt modelId="{8E931BC8-1240-4D2B-B765-183D55081760}" type="sibTrans" cxnId="{3BB71356-BB2A-463B-B08F-B9267C0A9943}">
      <dgm:prSet/>
      <dgm:spPr/>
      <dgm:t>
        <a:bodyPr/>
        <a:lstStyle/>
        <a:p>
          <a:endParaRPr lang="en-US"/>
        </a:p>
      </dgm:t>
    </dgm:pt>
    <dgm:pt modelId="{245A726C-2A0B-4398-B1BE-B3A7653A36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concepts are essential to know how data are stored. </a:t>
          </a:r>
        </a:p>
      </dgm:t>
    </dgm:pt>
    <dgm:pt modelId="{853A11BC-7F70-475A-83B7-B251ED6D3DBA}" type="parTrans" cxnId="{FFCD4DCA-5AEF-4E1B-B142-D97CF3DD3786}">
      <dgm:prSet/>
      <dgm:spPr/>
      <dgm:t>
        <a:bodyPr/>
        <a:lstStyle/>
        <a:p>
          <a:endParaRPr lang="en-US"/>
        </a:p>
      </dgm:t>
    </dgm:pt>
    <dgm:pt modelId="{691BC42B-103A-4474-8EF7-129B962459A5}" type="sibTrans" cxnId="{FFCD4DCA-5AEF-4E1B-B142-D97CF3DD3786}">
      <dgm:prSet/>
      <dgm:spPr/>
      <dgm:t>
        <a:bodyPr/>
        <a:lstStyle/>
        <a:p>
          <a:endParaRPr lang="en-US"/>
        </a:p>
      </dgm:t>
    </dgm:pt>
    <dgm:pt modelId="{E93C6F48-22D4-4CB0-BA8F-6CB7750595BB}" type="pres">
      <dgm:prSet presAssocID="{276B45E6-AB9D-4FD3-AF07-FDCC087739EE}" presName="root" presStyleCnt="0">
        <dgm:presLayoutVars>
          <dgm:dir/>
          <dgm:resizeHandles val="exact"/>
        </dgm:presLayoutVars>
      </dgm:prSet>
      <dgm:spPr/>
    </dgm:pt>
    <dgm:pt modelId="{5AA947C6-8884-4CA5-A09E-67B927A13EAD}" type="pres">
      <dgm:prSet presAssocID="{CEC4A09F-4B02-4B9E-B2CB-F06DDDFC0C6E}" presName="compNode" presStyleCnt="0"/>
      <dgm:spPr/>
    </dgm:pt>
    <dgm:pt modelId="{750CE3D1-4816-40B5-9588-F15B7909BC32}" type="pres">
      <dgm:prSet presAssocID="{CEC4A09F-4B02-4B9E-B2CB-F06DDDFC0C6E}" presName="bgRect" presStyleLbl="bgShp" presStyleIdx="0" presStyleCnt="3"/>
      <dgm:spPr/>
    </dgm:pt>
    <dgm:pt modelId="{C129A89B-F463-48DB-9179-84F13C3B1E3B}" type="pres">
      <dgm:prSet presAssocID="{CEC4A09F-4B02-4B9E-B2CB-F06DDDFC0C6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4DEA600-4504-4726-BF5F-0C8BD1B49A84}" type="pres">
      <dgm:prSet presAssocID="{CEC4A09F-4B02-4B9E-B2CB-F06DDDFC0C6E}" presName="spaceRect" presStyleCnt="0"/>
      <dgm:spPr/>
    </dgm:pt>
    <dgm:pt modelId="{ED5A9B16-851A-47A9-9BB5-FA41A6B885FF}" type="pres">
      <dgm:prSet presAssocID="{CEC4A09F-4B02-4B9E-B2CB-F06DDDFC0C6E}" presName="parTx" presStyleLbl="revTx" presStyleIdx="0" presStyleCnt="3">
        <dgm:presLayoutVars>
          <dgm:chMax val="0"/>
          <dgm:chPref val="0"/>
        </dgm:presLayoutVars>
      </dgm:prSet>
      <dgm:spPr/>
    </dgm:pt>
    <dgm:pt modelId="{CC66B352-AD23-42FC-B3CA-8A8B99DFA765}" type="pres">
      <dgm:prSet presAssocID="{16E0400F-A14A-4C97-89DA-4A7D200630DB}" presName="sibTrans" presStyleCnt="0"/>
      <dgm:spPr/>
    </dgm:pt>
    <dgm:pt modelId="{A79E11F6-BBDD-4C60-AB15-3B931238839A}" type="pres">
      <dgm:prSet presAssocID="{81AE2D44-727E-41AD-8349-23CDC9E125B6}" presName="compNode" presStyleCnt="0"/>
      <dgm:spPr/>
    </dgm:pt>
    <dgm:pt modelId="{7227D446-3427-4806-9258-E739861E96B7}" type="pres">
      <dgm:prSet presAssocID="{81AE2D44-727E-41AD-8349-23CDC9E125B6}" presName="bgRect" presStyleLbl="bgShp" presStyleIdx="1" presStyleCnt="3"/>
      <dgm:spPr/>
    </dgm:pt>
    <dgm:pt modelId="{8E7FEE87-96C1-42F0-B6DB-0CBB368908AD}" type="pres">
      <dgm:prSet presAssocID="{81AE2D44-727E-41AD-8349-23CDC9E125B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EBA4AD4E-C292-4A33-9AA6-94DB4E9A92CB}" type="pres">
      <dgm:prSet presAssocID="{81AE2D44-727E-41AD-8349-23CDC9E125B6}" presName="spaceRect" presStyleCnt="0"/>
      <dgm:spPr/>
    </dgm:pt>
    <dgm:pt modelId="{E64D17AF-5A6B-41F6-93EF-F0EBF9F736E4}" type="pres">
      <dgm:prSet presAssocID="{81AE2D44-727E-41AD-8349-23CDC9E125B6}" presName="parTx" presStyleLbl="revTx" presStyleIdx="1" presStyleCnt="3">
        <dgm:presLayoutVars>
          <dgm:chMax val="0"/>
          <dgm:chPref val="0"/>
        </dgm:presLayoutVars>
      </dgm:prSet>
      <dgm:spPr/>
    </dgm:pt>
    <dgm:pt modelId="{D819B688-EA9D-4543-B52A-BDEA1E844D55}" type="pres">
      <dgm:prSet presAssocID="{8E931BC8-1240-4D2B-B765-183D55081760}" presName="sibTrans" presStyleCnt="0"/>
      <dgm:spPr/>
    </dgm:pt>
    <dgm:pt modelId="{8660AE09-ABF6-4B81-8321-16CE3A2FBC6D}" type="pres">
      <dgm:prSet presAssocID="{245A726C-2A0B-4398-B1BE-B3A7653A36CA}" presName="compNode" presStyleCnt="0"/>
      <dgm:spPr/>
    </dgm:pt>
    <dgm:pt modelId="{0A2DA2E7-8CD9-4417-8B56-B5C73DF53284}" type="pres">
      <dgm:prSet presAssocID="{245A726C-2A0B-4398-B1BE-B3A7653A36CA}" presName="bgRect" presStyleLbl="bgShp" presStyleIdx="2" presStyleCnt="3"/>
      <dgm:spPr/>
    </dgm:pt>
    <dgm:pt modelId="{D683EF64-A11C-475B-BCC4-397468239A75}" type="pres">
      <dgm:prSet presAssocID="{245A726C-2A0B-4398-B1BE-B3A7653A36C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6848817-0C01-4144-A668-0FF35BE2DE44}" type="pres">
      <dgm:prSet presAssocID="{245A726C-2A0B-4398-B1BE-B3A7653A36CA}" presName="spaceRect" presStyleCnt="0"/>
      <dgm:spPr/>
    </dgm:pt>
    <dgm:pt modelId="{2229FDC1-BCCA-4A9C-A40E-EA9DC9FD8C51}" type="pres">
      <dgm:prSet presAssocID="{245A726C-2A0B-4398-B1BE-B3A7653A36C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0FBC825-BAAF-4012-80B1-704224C99F6F}" srcId="{276B45E6-AB9D-4FD3-AF07-FDCC087739EE}" destId="{CEC4A09F-4B02-4B9E-B2CB-F06DDDFC0C6E}" srcOrd="0" destOrd="0" parTransId="{7C0DC8B3-0B94-41AD-84FE-69422C0F683E}" sibTransId="{16E0400F-A14A-4C97-89DA-4A7D200630DB}"/>
    <dgm:cxn modelId="{3BB71356-BB2A-463B-B08F-B9267C0A9943}" srcId="{276B45E6-AB9D-4FD3-AF07-FDCC087739EE}" destId="{81AE2D44-727E-41AD-8349-23CDC9E125B6}" srcOrd="1" destOrd="0" parTransId="{DDD55A31-CA6F-4523-BD85-DC87E8BB77E2}" sibTransId="{8E931BC8-1240-4D2B-B765-183D55081760}"/>
    <dgm:cxn modelId="{28D8C85A-2053-4B8F-BDF9-44C1D9228E5F}" type="presOf" srcId="{81AE2D44-727E-41AD-8349-23CDC9E125B6}" destId="{E64D17AF-5A6B-41F6-93EF-F0EBF9F736E4}" srcOrd="0" destOrd="0" presId="urn:microsoft.com/office/officeart/2018/2/layout/IconVerticalSolidList"/>
    <dgm:cxn modelId="{42236EA9-0B05-4CDF-B9A7-C56218808614}" type="presOf" srcId="{CEC4A09F-4B02-4B9E-B2CB-F06DDDFC0C6E}" destId="{ED5A9B16-851A-47A9-9BB5-FA41A6B885FF}" srcOrd="0" destOrd="0" presId="urn:microsoft.com/office/officeart/2018/2/layout/IconVerticalSolidList"/>
    <dgm:cxn modelId="{FFCD4DCA-5AEF-4E1B-B142-D97CF3DD3786}" srcId="{276B45E6-AB9D-4FD3-AF07-FDCC087739EE}" destId="{245A726C-2A0B-4398-B1BE-B3A7653A36CA}" srcOrd="2" destOrd="0" parTransId="{853A11BC-7F70-475A-83B7-B251ED6D3DBA}" sibTransId="{691BC42B-103A-4474-8EF7-129B962459A5}"/>
    <dgm:cxn modelId="{604360E9-6A95-446C-800F-FFDB8616CA1A}" type="presOf" srcId="{245A726C-2A0B-4398-B1BE-B3A7653A36CA}" destId="{2229FDC1-BCCA-4A9C-A40E-EA9DC9FD8C51}" srcOrd="0" destOrd="0" presId="urn:microsoft.com/office/officeart/2018/2/layout/IconVerticalSolidList"/>
    <dgm:cxn modelId="{5894A2EF-1C26-4410-BE14-E5B6AD61490A}" type="presOf" srcId="{276B45E6-AB9D-4FD3-AF07-FDCC087739EE}" destId="{E93C6F48-22D4-4CB0-BA8F-6CB7750595BB}" srcOrd="0" destOrd="0" presId="urn:microsoft.com/office/officeart/2018/2/layout/IconVerticalSolidList"/>
    <dgm:cxn modelId="{64CA33C0-C609-4B5F-BC11-F59145D6BC35}" type="presParOf" srcId="{E93C6F48-22D4-4CB0-BA8F-6CB7750595BB}" destId="{5AA947C6-8884-4CA5-A09E-67B927A13EAD}" srcOrd="0" destOrd="0" presId="urn:microsoft.com/office/officeart/2018/2/layout/IconVerticalSolidList"/>
    <dgm:cxn modelId="{D47A0CA6-4473-45FD-9E9F-C9C66D653B0C}" type="presParOf" srcId="{5AA947C6-8884-4CA5-A09E-67B927A13EAD}" destId="{750CE3D1-4816-40B5-9588-F15B7909BC32}" srcOrd="0" destOrd="0" presId="urn:microsoft.com/office/officeart/2018/2/layout/IconVerticalSolidList"/>
    <dgm:cxn modelId="{3BB71C9E-E269-4D83-87F2-61E4A84F4A23}" type="presParOf" srcId="{5AA947C6-8884-4CA5-A09E-67B927A13EAD}" destId="{C129A89B-F463-48DB-9179-84F13C3B1E3B}" srcOrd="1" destOrd="0" presId="urn:microsoft.com/office/officeart/2018/2/layout/IconVerticalSolidList"/>
    <dgm:cxn modelId="{0FD8CDA3-8BF1-4972-B1DD-5192DD05D5ED}" type="presParOf" srcId="{5AA947C6-8884-4CA5-A09E-67B927A13EAD}" destId="{64DEA600-4504-4726-BF5F-0C8BD1B49A84}" srcOrd="2" destOrd="0" presId="urn:microsoft.com/office/officeart/2018/2/layout/IconVerticalSolidList"/>
    <dgm:cxn modelId="{83BB7BD1-40A9-439C-9B5A-0FF4941263C5}" type="presParOf" srcId="{5AA947C6-8884-4CA5-A09E-67B927A13EAD}" destId="{ED5A9B16-851A-47A9-9BB5-FA41A6B885FF}" srcOrd="3" destOrd="0" presId="urn:microsoft.com/office/officeart/2018/2/layout/IconVerticalSolidList"/>
    <dgm:cxn modelId="{6A7FE792-D7D8-4980-B8B5-12723D97153A}" type="presParOf" srcId="{E93C6F48-22D4-4CB0-BA8F-6CB7750595BB}" destId="{CC66B352-AD23-42FC-B3CA-8A8B99DFA765}" srcOrd="1" destOrd="0" presId="urn:microsoft.com/office/officeart/2018/2/layout/IconVerticalSolidList"/>
    <dgm:cxn modelId="{CF2681A6-E218-4553-B2D9-99049695CA9A}" type="presParOf" srcId="{E93C6F48-22D4-4CB0-BA8F-6CB7750595BB}" destId="{A79E11F6-BBDD-4C60-AB15-3B931238839A}" srcOrd="2" destOrd="0" presId="urn:microsoft.com/office/officeart/2018/2/layout/IconVerticalSolidList"/>
    <dgm:cxn modelId="{24DB5667-CAA9-4D72-9883-67B200CCE355}" type="presParOf" srcId="{A79E11F6-BBDD-4C60-AB15-3B931238839A}" destId="{7227D446-3427-4806-9258-E739861E96B7}" srcOrd="0" destOrd="0" presId="urn:microsoft.com/office/officeart/2018/2/layout/IconVerticalSolidList"/>
    <dgm:cxn modelId="{7E8C47E1-E829-4E97-9C40-C20CDE391F38}" type="presParOf" srcId="{A79E11F6-BBDD-4C60-AB15-3B931238839A}" destId="{8E7FEE87-96C1-42F0-B6DB-0CBB368908AD}" srcOrd="1" destOrd="0" presId="urn:microsoft.com/office/officeart/2018/2/layout/IconVerticalSolidList"/>
    <dgm:cxn modelId="{197C21BE-09B0-4179-9D1C-D25A3951F3B2}" type="presParOf" srcId="{A79E11F6-BBDD-4C60-AB15-3B931238839A}" destId="{EBA4AD4E-C292-4A33-9AA6-94DB4E9A92CB}" srcOrd="2" destOrd="0" presId="urn:microsoft.com/office/officeart/2018/2/layout/IconVerticalSolidList"/>
    <dgm:cxn modelId="{CD3F60EE-8BA8-41EB-AF95-D1CA3CAC4A3C}" type="presParOf" srcId="{A79E11F6-BBDD-4C60-AB15-3B931238839A}" destId="{E64D17AF-5A6B-41F6-93EF-F0EBF9F736E4}" srcOrd="3" destOrd="0" presId="urn:microsoft.com/office/officeart/2018/2/layout/IconVerticalSolidList"/>
    <dgm:cxn modelId="{D0F8CBDB-6ACF-4B98-BF34-C3A11B71D1D8}" type="presParOf" srcId="{E93C6F48-22D4-4CB0-BA8F-6CB7750595BB}" destId="{D819B688-EA9D-4543-B52A-BDEA1E844D55}" srcOrd="3" destOrd="0" presId="urn:microsoft.com/office/officeart/2018/2/layout/IconVerticalSolidList"/>
    <dgm:cxn modelId="{90B75386-5A47-46BA-AE5F-696BDD3A5546}" type="presParOf" srcId="{E93C6F48-22D4-4CB0-BA8F-6CB7750595BB}" destId="{8660AE09-ABF6-4B81-8321-16CE3A2FBC6D}" srcOrd="4" destOrd="0" presId="urn:microsoft.com/office/officeart/2018/2/layout/IconVerticalSolidList"/>
    <dgm:cxn modelId="{B0B9E553-761D-45D3-B389-792C82794B14}" type="presParOf" srcId="{8660AE09-ABF6-4B81-8321-16CE3A2FBC6D}" destId="{0A2DA2E7-8CD9-4417-8B56-B5C73DF53284}" srcOrd="0" destOrd="0" presId="urn:microsoft.com/office/officeart/2018/2/layout/IconVerticalSolidList"/>
    <dgm:cxn modelId="{5C3B5921-777A-4C4B-83EE-D9603EE82CEB}" type="presParOf" srcId="{8660AE09-ABF6-4B81-8321-16CE3A2FBC6D}" destId="{D683EF64-A11C-475B-BCC4-397468239A75}" srcOrd="1" destOrd="0" presId="urn:microsoft.com/office/officeart/2018/2/layout/IconVerticalSolidList"/>
    <dgm:cxn modelId="{F247899C-73D8-4A03-9E39-5DE52FCE3EC1}" type="presParOf" srcId="{8660AE09-ABF6-4B81-8321-16CE3A2FBC6D}" destId="{86848817-0C01-4144-A668-0FF35BE2DE44}" srcOrd="2" destOrd="0" presId="urn:microsoft.com/office/officeart/2018/2/layout/IconVerticalSolidList"/>
    <dgm:cxn modelId="{DD5F852C-E8B1-4632-997A-FB15CF82E63B}" type="presParOf" srcId="{8660AE09-ABF6-4B81-8321-16CE3A2FBC6D}" destId="{2229FDC1-BCCA-4A9C-A40E-EA9DC9FD8C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3D8217-CF67-46C4-AF47-2179D2690E2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A06E86-ACB2-45D1-B4E6-472FC9F052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Computers use binary, which means that there are only 0s and 1s.</a:t>
          </a:r>
        </a:p>
      </dgm:t>
    </dgm:pt>
    <dgm:pt modelId="{53508743-5BB3-4B6B-81C3-53F45A0A5062}" type="parTrans" cxnId="{1CB5F0B2-2AF5-402D-BC40-D99123739B51}">
      <dgm:prSet/>
      <dgm:spPr/>
      <dgm:t>
        <a:bodyPr/>
        <a:lstStyle/>
        <a:p>
          <a:endParaRPr lang="en-US"/>
        </a:p>
      </dgm:t>
    </dgm:pt>
    <dgm:pt modelId="{2DB7CAF5-94AF-4902-9032-C199AD515073}" type="sibTrans" cxnId="{1CB5F0B2-2AF5-402D-BC40-D99123739B51}">
      <dgm:prSet/>
      <dgm:spPr/>
      <dgm:t>
        <a:bodyPr/>
        <a:lstStyle/>
        <a:p>
          <a:endParaRPr lang="en-US"/>
        </a:p>
      </dgm:t>
    </dgm:pt>
    <dgm:pt modelId="{2435C499-B3C7-45A8-9B8A-1A6141FF44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0 or 1 is called a bit, and bits are organized into groups of 8 called bytes. </a:t>
          </a:r>
        </a:p>
      </dgm:t>
    </dgm:pt>
    <dgm:pt modelId="{9C3D4E6F-8163-4EFB-B046-E18100B1999E}" type="parTrans" cxnId="{E3169932-F8B2-412E-8897-E8EB705ABEBC}">
      <dgm:prSet/>
      <dgm:spPr/>
      <dgm:t>
        <a:bodyPr/>
        <a:lstStyle/>
        <a:p>
          <a:endParaRPr lang="en-US"/>
        </a:p>
      </dgm:t>
    </dgm:pt>
    <dgm:pt modelId="{8D92BFB5-8894-42C2-AB38-9BB0FDDA8F42}" type="sibTrans" cxnId="{E3169932-F8B2-412E-8897-E8EB705ABEBC}">
      <dgm:prSet/>
      <dgm:spPr/>
      <dgm:t>
        <a:bodyPr/>
        <a:lstStyle/>
        <a:p>
          <a:endParaRPr lang="en-US"/>
        </a:p>
      </dgm:t>
    </dgm:pt>
    <dgm:pt modelId="{6B84DEA0-5F42-437B-B167-3F6623D631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Binary numbers are similar to decimal numbers except that decimal numbers have 10 different symbols (0 to 9) instead of only 2.</a:t>
          </a:r>
        </a:p>
      </dgm:t>
    </dgm:pt>
    <dgm:pt modelId="{4DE0E1E6-A0CC-437E-8786-C0030CB9D2CA}" type="parTrans" cxnId="{EE7F715E-0693-4487-A8A5-F48176EA4099}">
      <dgm:prSet/>
      <dgm:spPr/>
      <dgm:t>
        <a:bodyPr/>
        <a:lstStyle/>
        <a:p>
          <a:endParaRPr lang="en-US"/>
        </a:p>
      </dgm:t>
    </dgm:pt>
    <dgm:pt modelId="{A195D95A-5FAD-4D6E-B433-976FFD47B114}" type="sibTrans" cxnId="{EE7F715E-0693-4487-A8A5-F48176EA4099}">
      <dgm:prSet/>
      <dgm:spPr/>
      <dgm:t>
        <a:bodyPr/>
        <a:lstStyle/>
        <a:p>
          <a:endParaRPr lang="en-US"/>
        </a:p>
      </dgm:t>
    </dgm:pt>
    <dgm:pt modelId="{2CE089AE-4E6E-4A61-96EC-53178CB64091}" type="pres">
      <dgm:prSet presAssocID="{6B3D8217-CF67-46C4-AF47-2179D2690E23}" presName="root" presStyleCnt="0">
        <dgm:presLayoutVars>
          <dgm:dir/>
          <dgm:resizeHandles val="exact"/>
        </dgm:presLayoutVars>
      </dgm:prSet>
      <dgm:spPr/>
    </dgm:pt>
    <dgm:pt modelId="{694BDE1B-6DA5-45B9-AB6C-6CACE34B9FC7}" type="pres">
      <dgm:prSet presAssocID="{88A06E86-ACB2-45D1-B4E6-472FC9F05248}" presName="compNode" presStyleCnt="0"/>
      <dgm:spPr/>
    </dgm:pt>
    <dgm:pt modelId="{DA059A88-F2B1-4C89-9203-2EA5AFB774D9}" type="pres">
      <dgm:prSet presAssocID="{88A06E86-ACB2-45D1-B4E6-472FC9F05248}" presName="bgRect" presStyleLbl="bgShp" presStyleIdx="0" presStyleCnt="3"/>
      <dgm:spPr/>
    </dgm:pt>
    <dgm:pt modelId="{BFFF153F-55F7-42C3-93C4-65E8A1FDCE5C}" type="pres">
      <dgm:prSet presAssocID="{88A06E86-ACB2-45D1-B4E6-472FC9F0524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82EE830-7C1D-4FB7-96B5-84B1A787286E}" type="pres">
      <dgm:prSet presAssocID="{88A06E86-ACB2-45D1-B4E6-472FC9F05248}" presName="spaceRect" presStyleCnt="0"/>
      <dgm:spPr/>
    </dgm:pt>
    <dgm:pt modelId="{D4D98604-6E2B-44CB-93F5-B29F59C9772C}" type="pres">
      <dgm:prSet presAssocID="{88A06E86-ACB2-45D1-B4E6-472FC9F05248}" presName="parTx" presStyleLbl="revTx" presStyleIdx="0" presStyleCnt="3">
        <dgm:presLayoutVars>
          <dgm:chMax val="0"/>
          <dgm:chPref val="0"/>
        </dgm:presLayoutVars>
      </dgm:prSet>
      <dgm:spPr/>
    </dgm:pt>
    <dgm:pt modelId="{1D14D25F-142A-46C8-977E-2837CF102AD5}" type="pres">
      <dgm:prSet presAssocID="{2DB7CAF5-94AF-4902-9032-C199AD515073}" presName="sibTrans" presStyleCnt="0"/>
      <dgm:spPr/>
    </dgm:pt>
    <dgm:pt modelId="{417E839E-2261-4620-B9E4-99F595637EB5}" type="pres">
      <dgm:prSet presAssocID="{2435C499-B3C7-45A8-9B8A-1A6141FF442A}" presName="compNode" presStyleCnt="0"/>
      <dgm:spPr/>
    </dgm:pt>
    <dgm:pt modelId="{370993C7-C051-419A-AA53-4076F67D67E4}" type="pres">
      <dgm:prSet presAssocID="{2435C499-B3C7-45A8-9B8A-1A6141FF442A}" presName="bgRect" presStyleLbl="bgShp" presStyleIdx="1" presStyleCnt="3"/>
      <dgm:spPr/>
    </dgm:pt>
    <dgm:pt modelId="{4A32C032-E368-4332-A7DF-D276D3E06083}" type="pres">
      <dgm:prSet presAssocID="{2435C499-B3C7-45A8-9B8A-1A6141FF442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5567721-A646-4FD9-958D-5CBADAE4924E}" type="pres">
      <dgm:prSet presAssocID="{2435C499-B3C7-45A8-9B8A-1A6141FF442A}" presName="spaceRect" presStyleCnt="0"/>
      <dgm:spPr/>
    </dgm:pt>
    <dgm:pt modelId="{0F343341-EDF4-43F4-AFA5-3F7A608AFF75}" type="pres">
      <dgm:prSet presAssocID="{2435C499-B3C7-45A8-9B8A-1A6141FF442A}" presName="parTx" presStyleLbl="revTx" presStyleIdx="1" presStyleCnt="3">
        <dgm:presLayoutVars>
          <dgm:chMax val="0"/>
          <dgm:chPref val="0"/>
        </dgm:presLayoutVars>
      </dgm:prSet>
      <dgm:spPr/>
    </dgm:pt>
    <dgm:pt modelId="{467FDF69-4B2A-460E-AE7B-10643107DCE7}" type="pres">
      <dgm:prSet presAssocID="{8D92BFB5-8894-42C2-AB38-9BB0FDDA8F42}" presName="sibTrans" presStyleCnt="0"/>
      <dgm:spPr/>
    </dgm:pt>
    <dgm:pt modelId="{CAAD0A90-F62B-47D5-A6AC-A2E370F6ADD8}" type="pres">
      <dgm:prSet presAssocID="{6B84DEA0-5F42-437B-B167-3F6623D63188}" presName="compNode" presStyleCnt="0"/>
      <dgm:spPr/>
    </dgm:pt>
    <dgm:pt modelId="{DC9D0477-862A-4175-B9D6-688F4AB7AA13}" type="pres">
      <dgm:prSet presAssocID="{6B84DEA0-5F42-437B-B167-3F6623D63188}" presName="bgRect" presStyleLbl="bgShp" presStyleIdx="2" presStyleCnt="3"/>
      <dgm:spPr/>
    </dgm:pt>
    <dgm:pt modelId="{390A3FC3-0F88-4DC4-948E-F6A880570D7D}" type="pres">
      <dgm:prSet presAssocID="{6B84DEA0-5F42-437B-B167-3F6623D6318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9F9F3241-E949-44FE-AB0D-2D8E96A59626}" type="pres">
      <dgm:prSet presAssocID="{6B84DEA0-5F42-437B-B167-3F6623D63188}" presName="spaceRect" presStyleCnt="0"/>
      <dgm:spPr/>
    </dgm:pt>
    <dgm:pt modelId="{2F22BD29-3BF7-4D70-8E81-1A5219C6CC84}" type="pres">
      <dgm:prSet presAssocID="{6B84DEA0-5F42-437B-B167-3F6623D6318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3169932-F8B2-412E-8897-E8EB705ABEBC}" srcId="{6B3D8217-CF67-46C4-AF47-2179D2690E23}" destId="{2435C499-B3C7-45A8-9B8A-1A6141FF442A}" srcOrd="1" destOrd="0" parTransId="{9C3D4E6F-8163-4EFB-B046-E18100B1999E}" sibTransId="{8D92BFB5-8894-42C2-AB38-9BB0FDDA8F42}"/>
    <dgm:cxn modelId="{67869140-350B-4B29-9EE1-0C175C766B2B}" type="presOf" srcId="{2435C499-B3C7-45A8-9B8A-1A6141FF442A}" destId="{0F343341-EDF4-43F4-AFA5-3F7A608AFF75}" srcOrd="0" destOrd="0" presId="urn:microsoft.com/office/officeart/2018/2/layout/IconVerticalSolidList"/>
    <dgm:cxn modelId="{EE7F715E-0693-4487-A8A5-F48176EA4099}" srcId="{6B3D8217-CF67-46C4-AF47-2179D2690E23}" destId="{6B84DEA0-5F42-437B-B167-3F6623D63188}" srcOrd="2" destOrd="0" parTransId="{4DE0E1E6-A0CC-437E-8786-C0030CB9D2CA}" sibTransId="{A195D95A-5FAD-4D6E-B433-976FFD47B114}"/>
    <dgm:cxn modelId="{64281464-5C09-486F-815A-7FD3FF933B03}" type="presOf" srcId="{6B3D8217-CF67-46C4-AF47-2179D2690E23}" destId="{2CE089AE-4E6E-4A61-96EC-53178CB64091}" srcOrd="0" destOrd="0" presId="urn:microsoft.com/office/officeart/2018/2/layout/IconVerticalSolidList"/>
    <dgm:cxn modelId="{840B7470-3826-478B-9E19-163C5B7CE946}" type="presOf" srcId="{88A06E86-ACB2-45D1-B4E6-472FC9F05248}" destId="{D4D98604-6E2B-44CB-93F5-B29F59C9772C}" srcOrd="0" destOrd="0" presId="urn:microsoft.com/office/officeart/2018/2/layout/IconVerticalSolidList"/>
    <dgm:cxn modelId="{1CB5F0B2-2AF5-402D-BC40-D99123739B51}" srcId="{6B3D8217-CF67-46C4-AF47-2179D2690E23}" destId="{88A06E86-ACB2-45D1-B4E6-472FC9F05248}" srcOrd="0" destOrd="0" parTransId="{53508743-5BB3-4B6B-81C3-53F45A0A5062}" sibTransId="{2DB7CAF5-94AF-4902-9032-C199AD515073}"/>
    <dgm:cxn modelId="{BF7113EA-7515-4C38-9C4D-DD957F67826A}" type="presOf" srcId="{6B84DEA0-5F42-437B-B167-3F6623D63188}" destId="{2F22BD29-3BF7-4D70-8E81-1A5219C6CC84}" srcOrd="0" destOrd="0" presId="urn:microsoft.com/office/officeart/2018/2/layout/IconVerticalSolidList"/>
    <dgm:cxn modelId="{D80494B6-B458-4A29-86D0-28F812A9F169}" type="presParOf" srcId="{2CE089AE-4E6E-4A61-96EC-53178CB64091}" destId="{694BDE1B-6DA5-45B9-AB6C-6CACE34B9FC7}" srcOrd="0" destOrd="0" presId="urn:microsoft.com/office/officeart/2018/2/layout/IconVerticalSolidList"/>
    <dgm:cxn modelId="{158F9AD3-D6C8-4631-AAF0-7C8F31FEABBC}" type="presParOf" srcId="{694BDE1B-6DA5-45B9-AB6C-6CACE34B9FC7}" destId="{DA059A88-F2B1-4C89-9203-2EA5AFB774D9}" srcOrd="0" destOrd="0" presId="urn:microsoft.com/office/officeart/2018/2/layout/IconVerticalSolidList"/>
    <dgm:cxn modelId="{4DA35B59-0A23-4E17-A849-E5DBE2BB17FA}" type="presParOf" srcId="{694BDE1B-6DA5-45B9-AB6C-6CACE34B9FC7}" destId="{BFFF153F-55F7-42C3-93C4-65E8A1FDCE5C}" srcOrd="1" destOrd="0" presId="urn:microsoft.com/office/officeart/2018/2/layout/IconVerticalSolidList"/>
    <dgm:cxn modelId="{DC447D16-7817-4DC0-9ECD-A17FA79BF639}" type="presParOf" srcId="{694BDE1B-6DA5-45B9-AB6C-6CACE34B9FC7}" destId="{782EE830-7C1D-4FB7-96B5-84B1A787286E}" srcOrd="2" destOrd="0" presId="urn:microsoft.com/office/officeart/2018/2/layout/IconVerticalSolidList"/>
    <dgm:cxn modelId="{F5CE500D-25CF-498E-9386-57BBFC231E7A}" type="presParOf" srcId="{694BDE1B-6DA5-45B9-AB6C-6CACE34B9FC7}" destId="{D4D98604-6E2B-44CB-93F5-B29F59C9772C}" srcOrd="3" destOrd="0" presId="urn:microsoft.com/office/officeart/2018/2/layout/IconVerticalSolidList"/>
    <dgm:cxn modelId="{673B89F9-3D00-474B-A17C-98C422CC653C}" type="presParOf" srcId="{2CE089AE-4E6E-4A61-96EC-53178CB64091}" destId="{1D14D25F-142A-46C8-977E-2837CF102AD5}" srcOrd="1" destOrd="0" presId="urn:microsoft.com/office/officeart/2018/2/layout/IconVerticalSolidList"/>
    <dgm:cxn modelId="{3FA2C720-E576-4971-B6EE-8AFCB84847B4}" type="presParOf" srcId="{2CE089AE-4E6E-4A61-96EC-53178CB64091}" destId="{417E839E-2261-4620-B9E4-99F595637EB5}" srcOrd="2" destOrd="0" presId="urn:microsoft.com/office/officeart/2018/2/layout/IconVerticalSolidList"/>
    <dgm:cxn modelId="{689E16D2-A119-4361-97A9-8BA4E0C3CC67}" type="presParOf" srcId="{417E839E-2261-4620-B9E4-99F595637EB5}" destId="{370993C7-C051-419A-AA53-4076F67D67E4}" srcOrd="0" destOrd="0" presId="urn:microsoft.com/office/officeart/2018/2/layout/IconVerticalSolidList"/>
    <dgm:cxn modelId="{975ABC95-9AE0-4565-905C-84A0925F9F69}" type="presParOf" srcId="{417E839E-2261-4620-B9E4-99F595637EB5}" destId="{4A32C032-E368-4332-A7DF-D276D3E06083}" srcOrd="1" destOrd="0" presId="urn:microsoft.com/office/officeart/2018/2/layout/IconVerticalSolidList"/>
    <dgm:cxn modelId="{936D7B1E-D8DE-479D-B931-2924CE2E92E7}" type="presParOf" srcId="{417E839E-2261-4620-B9E4-99F595637EB5}" destId="{05567721-A646-4FD9-958D-5CBADAE4924E}" srcOrd="2" destOrd="0" presId="urn:microsoft.com/office/officeart/2018/2/layout/IconVerticalSolidList"/>
    <dgm:cxn modelId="{86CBBE4D-E8B8-46BC-844A-368E8C97E187}" type="presParOf" srcId="{417E839E-2261-4620-B9E4-99F595637EB5}" destId="{0F343341-EDF4-43F4-AFA5-3F7A608AFF75}" srcOrd="3" destOrd="0" presId="urn:microsoft.com/office/officeart/2018/2/layout/IconVerticalSolidList"/>
    <dgm:cxn modelId="{F8B2AB6E-06ED-4180-AF9B-4093BD9098EC}" type="presParOf" srcId="{2CE089AE-4E6E-4A61-96EC-53178CB64091}" destId="{467FDF69-4B2A-460E-AE7B-10643107DCE7}" srcOrd="3" destOrd="0" presId="urn:microsoft.com/office/officeart/2018/2/layout/IconVerticalSolidList"/>
    <dgm:cxn modelId="{BC1E3804-DBE7-43DF-92FF-13BC16945479}" type="presParOf" srcId="{2CE089AE-4E6E-4A61-96EC-53178CB64091}" destId="{CAAD0A90-F62B-47D5-A6AC-A2E370F6ADD8}" srcOrd="4" destOrd="0" presId="urn:microsoft.com/office/officeart/2018/2/layout/IconVerticalSolidList"/>
    <dgm:cxn modelId="{5108FCC9-8A50-47BF-83FC-A108027BF4E2}" type="presParOf" srcId="{CAAD0A90-F62B-47D5-A6AC-A2E370F6ADD8}" destId="{DC9D0477-862A-4175-B9D6-688F4AB7AA13}" srcOrd="0" destOrd="0" presId="urn:microsoft.com/office/officeart/2018/2/layout/IconVerticalSolidList"/>
    <dgm:cxn modelId="{21C3FD64-F4CE-4AA6-8E82-70DD4ED2FD5B}" type="presParOf" srcId="{CAAD0A90-F62B-47D5-A6AC-A2E370F6ADD8}" destId="{390A3FC3-0F88-4DC4-948E-F6A880570D7D}" srcOrd="1" destOrd="0" presId="urn:microsoft.com/office/officeart/2018/2/layout/IconVerticalSolidList"/>
    <dgm:cxn modelId="{58E11A83-F8B6-48FF-997E-C728EF6C5AE3}" type="presParOf" srcId="{CAAD0A90-F62B-47D5-A6AC-A2E370F6ADD8}" destId="{9F9F3241-E949-44FE-AB0D-2D8E96A59626}" srcOrd="2" destOrd="0" presId="urn:microsoft.com/office/officeart/2018/2/layout/IconVerticalSolidList"/>
    <dgm:cxn modelId="{2630945E-8B3E-4844-B217-60C215E9FA1B}" type="presParOf" srcId="{CAAD0A90-F62B-47D5-A6AC-A2E370F6ADD8}" destId="{2F22BD29-3BF7-4D70-8E81-1A5219C6CC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1BB766-31DA-492B-B264-4E887D51D81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CC9495-E36A-4959-A641-0A78566CBF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decimal number is a series of symbols, and each symbol has a value. </a:t>
          </a:r>
        </a:p>
      </dgm:t>
    </dgm:pt>
    <dgm:pt modelId="{74825E7E-8481-45D7-9F49-CC08896B4287}" type="parTrans" cxnId="{B1DCA707-F0C7-469D-AE85-09321FC2A430}">
      <dgm:prSet/>
      <dgm:spPr/>
      <dgm:t>
        <a:bodyPr/>
        <a:lstStyle/>
        <a:p>
          <a:endParaRPr lang="en-US"/>
        </a:p>
      </dgm:t>
    </dgm:pt>
    <dgm:pt modelId="{3BA78767-45E1-49FB-B48E-57708FC28392}" type="sibTrans" cxnId="{B1DCA707-F0C7-469D-AE85-09321FC2A430}">
      <dgm:prSet/>
      <dgm:spPr/>
      <dgm:t>
        <a:bodyPr/>
        <a:lstStyle/>
        <a:p>
          <a:endParaRPr lang="en-US"/>
        </a:p>
      </dgm:t>
    </dgm:pt>
    <dgm:pt modelId="{C4341870-E7AF-4C43-90E2-32459AE925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symbol in the right-most column has a value of 1, and the next column to the left has a value of 10. </a:t>
          </a:r>
        </a:p>
      </dgm:t>
    </dgm:pt>
    <dgm:pt modelId="{AEC4B668-E58D-43C6-8C7C-9C2DB53078F4}" type="parTrans" cxnId="{ACB79555-06E7-4B08-A1D0-54EE019FD760}">
      <dgm:prSet/>
      <dgm:spPr/>
      <dgm:t>
        <a:bodyPr/>
        <a:lstStyle/>
        <a:p>
          <a:endParaRPr lang="en-US"/>
        </a:p>
      </dgm:t>
    </dgm:pt>
    <dgm:pt modelId="{C1E59252-A97E-47EF-AF1B-DBDC5ECAFE72}" type="sibTrans" cxnId="{ACB79555-06E7-4B08-A1D0-54EE019FD760}">
      <dgm:prSet/>
      <dgm:spPr/>
      <dgm:t>
        <a:bodyPr/>
        <a:lstStyle/>
        <a:p>
          <a:endParaRPr lang="en-US"/>
        </a:p>
      </dgm:t>
    </dgm:pt>
    <dgm:pt modelId="{D23F73A3-5873-48AE-8F12-8A963E48B0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column has a value that is 10 times as much as the previous column. </a:t>
          </a:r>
        </a:p>
        <a:p>
          <a:pPr>
            <a:lnSpc>
              <a:spcPct val="100000"/>
            </a:lnSpc>
          </a:pPr>
          <a:r>
            <a:rPr lang="en-US" dirty="0"/>
            <a:t>For example, the second column from the right has a value of 10, the third has 100, the fourth has 1,000, and so on.</a:t>
          </a:r>
        </a:p>
      </dgm:t>
    </dgm:pt>
    <dgm:pt modelId="{06045572-112E-4E5E-9051-635CA22F3B0A}" type="parTrans" cxnId="{901CCEDA-0ABC-4251-A280-32B356A85CC7}">
      <dgm:prSet/>
      <dgm:spPr/>
      <dgm:t>
        <a:bodyPr/>
        <a:lstStyle/>
        <a:p>
          <a:endParaRPr lang="en-US"/>
        </a:p>
      </dgm:t>
    </dgm:pt>
    <dgm:pt modelId="{ECF47BC9-6A0F-46D7-9289-A083CE0A07F5}" type="sibTrans" cxnId="{901CCEDA-0ABC-4251-A280-32B356A85CC7}">
      <dgm:prSet/>
      <dgm:spPr/>
      <dgm:t>
        <a:bodyPr/>
        <a:lstStyle/>
        <a:p>
          <a:endParaRPr lang="en-US"/>
        </a:p>
      </dgm:t>
    </dgm:pt>
    <dgm:pt modelId="{2FC45200-F379-44C1-A460-D309D8AED3F0}" type="pres">
      <dgm:prSet presAssocID="{D71BB766-31DA-492B-B264-4E887D51D810}" presName="root" presStyleCnt="0">
        <dgm:presLayoutVars>
          <dgm:dir/>
          <dgm:resizeHandles val="exact"/>
        </dgm:presLayoutVars>
      </dgm:prSet>
      <dgm:spPr/>
    </dgm:pt>
    <dgm:pt modelId="{F22F920B-5AD4-4A7C-89EA-3DD7ADC5DE7A}" type="pres">
      <dgm:prSet presAssocID="{F1CC9495-E36A-4959-A641-0A78566CBF16}" presName="compNode" presStyleCnt="0"/>
      <dgm:spPr/>
    </dgm:pt>
    <dgm:pt modelId="{42892D64-1216-4AB8-9328-1ABEA46A8D4F}" type="pres">
      <dgm:prSet presAssocID="{F1CC9495-E36A-4959-A641-0A78566CBF16}" presName="bgRect" presStyleLbl="bgShp" presStyleIdx="0" presStyleCnt="3"/>
      <dgm:spPr/>
    </dgm:pt>
    <dgm:pt modelId="{D1367D1E-6B9F-4EE0-9080-CA99D9FDF569}" type="pres">
      <dgm:prSet presAssocID="{F1CC9495-E36A-4959-A641-0A78566CBF1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09D2CD25-55F3-4C0F-BC75-FEDFA2EA1327}" type="pres">
      <dgm:prSet presAssocID="{F1CC9495-E36A-4959-A641-0A78566CBF16}" presName="spaceRect" presStyleCnt="0"/>
      <dgm:spPr/>
    </dgm:pt>
    <dgm:pt modelId="{F29161F8-1AD6-4A0A-ACF4-FC45BE624C00}" type="pres">
      <dgm:prSet presAssocID="{F1CC9495-E36A-4959-A641-0A78566CBF16}" presName="parTx" presStyleLbl="revTx" presStyleIdx="0" presStyleCnt="3">
        <dgm:presLayoutVars>
          <dgm:chMax val="0"/>
          <dgm:chPref val="0"/>
        </dgm:presLayoutVars>
      </dgm:prSet>
      <dgm:spPr/>
    </dgm:pt>
    <dgm:pt modelId="{C275DFF8-1494-429C-A9D8-016D855E7208}" type="pres">
      <dgm:prSet presAssocID="{3BA78767-45E1-49FB-B48E-57708FC28392}" presName="sibTrans" presStyleCnt="0"/>
      <dgm:spPr/>
    </dgm:pt>
    <dgm:pt modelId="{6CAB5EC6-06D6-4A2B-BFA7-772AEE07DF5A}" type="pres">
      <dgm:prSet presAssocID="{C4341870-E7AF-4C43-90E2-32459AE92525}" presName="compNode" presStyleCnt="0"/>
      <dgm:spPr/>
    </dgm:pt>
    <dgm:pt modelId="{77237F1D-09D6-4A80-AAE7-96ED3ECA09D5}" type="pres">
      <dgm:prSet presAssocID="{C4341870-E7AF-4C43-90E2-32459AE92525}" presName="bgRect" presStyleLbl="bgShp" presStyleIdx="1" presStyleCnt="3"/>
      <dgm:spPr/>
    </dgm:pt>
    <dgm:pt modelId="{5A8A3546-4F5E-4B4D-A679-BD75B8E76138}" type="pres">
      <dgm:prSet presAssocID="{C4341870-E7AF-4C43-90E2-32459AE9252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A121D2BB-4219-426D-A7AC-D81009A9F86C}" type="pres">
      <dgm:prSet presAssocID="{C4341870-E7AF-4C43-90E2-32459AE92525}" presName="spaceRect" presStyleCnt="0"/>
      <dgm:spPr/>
    </dgm:pt>
    <dgm:pt modelId="{7895EB25-D96C-46EB-848A-B3FF52047564}" type="pres">
      <dgm:prSet presAssocID="{C4341870-E7AF-4C43-90E2-32459AE92525}" presName="parTx" presStyleLbl="revTx" presStyleIdx="1" presStyleCnt="3">
        <dgm:presLayoutVars>
          <dgm:chMax val="0"/>
          <dgm:chPref val="0"/>
        </dgm:presLayoutVars>
      </dgm:prSet>
      <dgm:spPr/>
    </dgm:pt>
    <dgm:pt modelId="{089ABCAD-757D-4510-88C4-C05EFD5CA61F}" type="pres">
      <dgm:prSet presAssocID="{C1E59252-A97E-47EF-AF1B-DBDC5ECAFE72}" presName="sibTrans" presStyleCnt="0"/>
      <dgm:spPr/>
    </dgm:pt>
    <dgm:pt modelId="{496A09E8-69C0-4AF0-89BC-FBF1342A15F1}" type="pres">
      <dgm:prSet presAssocID="{D23F73A3-5873-48AE-8F12-8A963E48B0B2}" presName="compNode" presStyleCnt="0"/>
      <dgm:spPr/>
    </dgm:pt>
    <dgm:pt modelId="{15B2D89B-88AB-4909-A5E1-2AFFCA1F7F57}" type="pres">
      <dgm:prSet presAssocID="{D23F73A3-5873-48AE-8F12-8A963E48B0B2}" presName="bgRect" presStyleLbl="bgShp" presStyleIdx="2" presStyleCnt="3"/>
      <dgm:spPr/>
    </dgm:pt>
    <dgm:pt modelId="{1DF40D2C-3F30-4921-98F6-23AF162AE9E3}" type="pres">
      <dgm:prSet presAssocID="{D23F73A3-5873-48AE-8F12-8A963E48B0B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CE19E15C-F2F9-4E05-BCE0-1233F70E69C8}" type="pres">
      <dgm:prSet presAssocID="{D23F73A3-5873-48AE-8F12-8A963E48B0B2}" presName="spaceRect" presStyleCnt="0"/>
      <dgm:spPr/>
    </dgm:pt>
    <dgm:pt modelId="{6A4758FF-BF02-4ED8-83F9-79652B504B0E}" type="pres">
      <dgm:prSet presAssocID="{D23F73A3-5873-48AE-8F12-8A963E48B0B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1DCA707-F0C7-469D-AE85-09321FC2A430}" srcId="{D71BB766-31DA-492B-B264-4E887D51D810}" destId="{F1CC9495-E36A-4959-A641-0A78566CBF16}" srcOrd="0" destOrd="0" parTransId="{74825E7E-8481-45D7-9F49-CC08896B4287}" sibTransId="{3BA78767-45E1-49FB-B48E-57708FC28392}"/>
    <dgm:cxn modelId="{ACB79555-06E7-4B08-A1D0-54EE019FD760}" srcId="{D71BB766-31DA-492B-B264-4E887D51D810}" destId="{C4341870-E7AF-4C43-90E2-32459AE92525}" srcOrd="1" destOrd="0" parTransId="{AEC4B668-E58D-43C6-8C7C-9C2DB53078F4}" sibTransId="{C1E59252-A97E-47EF-AF1B-DBDC5ECAFE72}"/>
    <dgm:cxn modelId="{E6EBA4A1-5418-4D42-B225-1DF2AF1A48B9}" type="presOf" srcId="{D71BB766-31DA-492B-B264-4E887D51D810}" destId="{2FC45200-F379-44C1-A460-D309D8AED3F0}" srcOrd="0" destOrd="0" presId="urn:microsoft.com/office/officeart/2018/2/layout/IconVerticalSolidList"/>
    <dgm:cxn modelId="{A10E5DBC-CB00-474B-B8C1-12BDD7D238C0}" type="presOf" srcId="{C4341870-E7AF-4C43-90E2-32459AE92525}" destId="{7895EB25-D96C-46EB-848A-B3FF52047564}" srcOrd="0" destOrd="0" presId="urn:microsoft.com/office/officeart/2018/2/layout/IconVerticalSolidList"/>
    <dgm:cxn modelId="{901CCEDA-0ABC-4251-A280-32B356A85CC7}" srcId="{D71BB766-31DA-492B-B264-4E887D51D810}" destId="{D23F73A3-5873-48AE-8F12-8A963E48B0B2}" srcOrd="2" destOrd="0" parTransId="{06045572-112E-4E5E-9051-635CA22F3B0A}" sibTransId="{ECF47BC9-6A0F-46D7-9289-A083CE0A07F5}"/>
    <dgm:cxn modelId="{E24A98E1-463A-436B-8E90-86BB747901F6}" type="presOf" srcId="{F1CC9495-E36A-4959-A641-0A78566CBF16}" destId="{F29161F8-1AD6-4A0A-ACF4-FC45BE624C00}" srcOrd="0" destOrd="0" presId="urn:microsoft.com/office/officeart/2018/2/layout/IconVerticalSolidList"/>
    <dgm:cxn modelId="{798DB1E4-0DA9-4AAB-822B-FD369AF592D0}" type="presOf" srcId="{D23F73A3-5873-48AE-8F12-8A963E48B0B2}" destId="{6A4758FF-BF02-4ED8-83F9-79652B504B0E}" srcOrd="0" destOrd="0" presId="urn:microsoft.com/office/officeart/2018/2/layout/IconVerticalSolidList"/>
    <dgm:cxn modelId="{BE108843-D1CB-4CF2-93DB-C4D3694B2412}" type="presParOf" srcId="{2FC45200-F379-44C1-A460-D309D8AED3F0}" destId="{F22F920B-5AD4-4A7C-89EA-3DD7ADC5DE7A}" srcOrd="0" destOrd="0" presId="urn:microsoft.com/office/officeart/2018/2/layout/IconVerticalSolidList"/>
    <dgm:cxn modelId="{D7F6D6FC-FB2A-4231-9CB7-FA007EE61895}" type="presParOf" srcId="{F22F920B-5AD4-4A7C-89EA-3DD7ADC5DE7A}" destId="{42892D64-1216-4AB8-9328-1ABEA46A8D4F}" srcOrd="0" destOrd="0" presId="urn:microsoft.com/office/officeart/2018/2/layout/IconVerticalSolidList"/>
    <dgm:cxn modelId="{666127B4-EF57-4CEC-BD72-61FE3C70BE43}" type="presParOf" srcId="{F22F920B-5AD4-4A7C-89EA-3DD7ADC5DE7A}" destId="{D1367D1E-6B9F-4EE0-9080-CA99D9FDF569}" srcOrd="1" destOrd="0" presId="urn:microsoft.com/office/officeart/2018/2/layout/IconVerticalSolidList"/>
    <dgm:cxn modelId="{49DC0835-71E4-4962-B6EF-37A3C6A6F106}" type="presParOf" srcId="{F22F920B-5AD4-4A7C-89EA-3DD7ADC5DE7A}" destId="{09D2CD25-55F3-4C0F-BC75-FEDFA2EA1327}" srcOrd="2" destOrd="0" presId="urn:microsoft.com/office/officeart/2018/2/layout/IconVerticalSolidList"/>
    <dgm:cxn modelId="{65329A2F-D4C3-45B5-B2A0-EA9B7C937586}" type="presParOf" srcId="{F22F920B-5AD4-4A7C-89EA-3DD7ADC5DE7A}" destId="{F29161F8-1AD6-4A0A-ACF4-FC45BE624C00}" srcOrd="3" destOrd="0" presId="urn:microsoft.com/office/officeart/2018/2/layout/IconVerticalSolidList"/>
    <dgm:cxn modelId="{67774AD7-E63E-4219-BA5D-736D424DC97A}" type="presParOf" srcId="{2FC45200-F379-44C1-A460-D309D8AED3F0}" destId="{C275DFF8-1494-429C-A9D8-016D855E7208}" srcOrd="1" destOrd="0" presId="urn:microsoft.com/office/officeart/2018/2/layout/IconVerticalSolidList"/>
    <dgm:cxn modelId="{0F9E5D3E-176B-46D4-87CF-07E2344E5A6E}" type="presParOf" srcId="{2FC45200-F379-44C1-A460-D309D8AED3F0}" destId="{6CAB5EC6-06D6-4A2B-BFA7-772AEE07DF5A}" srcOrd="2" destOrd="0" presId="urn:microsoft.com/office/officeart/2018/2/layout/IconVerticalSolidList"/>
    <dgm:cxn modelId="{AD9DE1BD-E3EA-4B84-A705-50E132A72D7E}" type="presParOf" srcId="{6CAB5EC6-06D6-4A2B-BFA7-772AEE07DF5A}" destId="{77237F1D-09D6-4A80-AAE7-96ED3ECA09D5}" srcOrd="0" destOrd="0" presId="urn:microsoft.com/office/officeart/2018/2/layout/IconVerticalSolidList"/>
    <dgm:cxn modelId="{B79EFE73-F62C-4178-9C34-6D75E10AD85A}" type="presParOf" srcId="{6CAB5EC6-06D6-4A2B-BFA7-772AEE07DF5A}" destId="{5A8A3546-4F5E-4B4D-A679-BD75B8E76138}" srcOrd="1" destOrd="0" presId="urn:microsoft.com/office/officeart/2018/2/layout/IconVerticalSolidList"/>
    <dgm:cxn modelId="{0F8879B8-5D5C-4FFB-8DA1-3371D6032D91}" type="presParOf" srcId="{6CAB5EC6-06D6-4A2B-BFA7-772AEE07DF5A}" destId="{A121D2BB-4219-426D-A7AC-D81009A9F86C}" srcOrd="2" destOrd="0" presId="urn:microsoft.com/office/officeart/2018/2/layout/IconVerticalSolidList"/>
    <dgm:cxn modelId="{0CCF79C4-BE5E-4371-9494-EE1C3149E9B1}" type="presParOf" srcId="{6CAB5EC6-06D6-4A2B-BFA7-772AEE07DF5A}" destId="{7895EB25-D96C-46EB-848A-B3FF52047564}" srcOrd="3" destOrd="0" presId="urn:microsoft.com/office/officeart/2018/2/layout/IconVerticalSolidList"/>
    <dgm:cxn modelId="{49A852F5-2B93-4016-9E31-ED5A15C8A9F0}" type="presParOf" srcId="{2FC45200-F379-44C1-A460-D309D8AED3F0}" destId="{089ABCAD-757D-4510-88C4-C05EFD5CA61F}" srcOrd="3" destOrd="0" presId="urn:microsoft.com/office/officeart/2018/2/layout/IconVerticalSolidList"/>
    <dgm:cxn modelId="{0EFD73A1-8BB6-405A-A06B-31EEB4460702}" type="presParOf" srcId="{2FC45200-F379-44C1-A460-D309D8AED3F0}" destId="{496A09E8-69C0-4AF0-89BC-FBF1342A15F1}" srcOrd="4" destOrd="0" presId="urn:microsoft.com/office/officeart/2018/2/layout/IconVerticalSolidList"/>
    <dgm:cxn modelId="{A2E325A6-EC1D-4D48-9BD9-0A930C72EAC3}" type="presParOf" srcId="{496A09E8-69C0-4AF0-89BC-FBF1342A15F1}" destId="{15B2D89B-88AB-4909-A5E1-2AFFCA1F7F57}" srcOrd="0" destOrd="0" presId="urn:microsoft.com/office/officeart/2018/2/layout/IconVerticalSolidList"/>
    <dgm:cxn modelId="{1D19AC03-8405-48D0-84F3-9839F3CE9C69}" type="presParOf" srcId="{496A09E8-69C0-4AF0-89BC-FBF1342A15F1}" destId="{1DF40D2C-3F30-4921-98F6-23AF162AE9E3}" srcOrd="1" destOrd="0" presId="urn:microsoft.com/office/officeart/2018/2/layout/IconVerticalSolidList"/>
    <dgm:cxn modelId="{C79372D1-1C26-4FD1-9F6D-595601E8CD1F}" type="presParOf" srcId="{496A09E8-69C0-4AF0-89BC-FBF1342A15F1}" destId="{CE19E15C-F2F9-4E05-BCE0-1233F70E69C8}" srcOrd="2" destOrd="0" presId="urn:microsoft.com/office/officeart/2018/2/layout/IconVerticalSolidList"/>
    <dgm:cxn modelId="{46F6C35C-A4C9-444B-8963-DAD6B1740BEA}" type="presParOf" srcId="{496A09E8-69C0-4AF0-89BC-FBF1342A15F1}" destId="{6A4758FF-BF02-4ED8-83F9-79652B504B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6E6EE1-EA73-498F-A5F0-5E37373566D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CDFA7F-9F2C-4393-8CF6-A73C8EFF97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binary number has only two symbols (0 and 1), and each column has a decimal value that is two times as much as the previous column. </a:t>
          </a:r>
        </a:p>
      </dgm:t>
    </dgm:pt>
    <dgm:pt modelId="{E0E783A3-387F-4E7D-9CCC-25DCE1CD9904}" type="parTrans" cxnId="{4B47C946-04A4-4C5E-B4BA-0BB4056FDE70}">
      <dgm:prSet/>
      <dgm:spPr/>
      <dgm:t>
        <a:bodyPr/>
        <a:lstStyle/>
        <a:p>
          <a:endParaRPr lang="en-US"/>
        </a:p>
      </dgm:t>
    </dgm:pt>
    <dgm:pt modelId="{F1A87E22-C8EF-4297-9A12-3038FA89CBC0}" type="sibTrans" cxnId="{4B47C946-04A4-4C5E-B4BA-0BB4056FDE70}">
      <dgm:prSet/>
      <dgm:spPr/>
      <dgm:t>
        <a:bodyPr/>
        <a:lstStyle/>
        <a:p>
          <a:endParaRPr lang="en-US"/>
        </a:p>
      </dgm:t>
    </dgm:pt>
    <dgm:pt modelId="{F5324587-D833-4ED5-82D9-17FC88A9E2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Therefore, the right-most column has a decimal value of 1, the second column from the right has a decimal value of 2, the third column's decimal value is 4, the fourth column's decimal value is 8, and so on. </a:t>
          </a:r>
        </a:p>
      </dgm:t>
    </dgm:pt>
    <dgm:pt modelId="{AC32D4FC-7262-499C-BD8A-BBF3AAB508A5}" type="parTrans" cxnId="{93084E20-C05D-4F94-A1BC-409D81027AAE}">
      <dgm:prSet/>
      <dgm:spPr/>
      <dgm:t>
        <a:bodyPr/>
        <a:lstStyle/>
        <a:p>
          <a:endParaRPr lang="en-US"/>
        </a:p>
      </dgm:t>
    </dgm:pt>
    <dgm:pt modelId="{10A5CFC2-7C02-455D-A43D-7CE7D460DEF9}" type="sibTrans" cxnId="{93084E20-C05D-4F94-A1BC-409D81027AAE}">
      <dgm:prSet/>
      <dgm:spPr/>
      <dgm:t>
        <a:bodyPr/>
        <a:lstStyle/>
        <a:p>
          <a:endParaRPr lang="en-US"/>
        </a:p>
      </dgm:t>
    </dgm:pt>
    <dgm:pt modelId="{12D08CC6-CFC5-41FF-A534-FD21D4D896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calculate the decimal value of a binary number, we simply add the value of each column multiplied by the value in it.</a:t>
          </a:r>
        </a:p>
      </dgm:t>
    </dgm:pt>
    <dgm:pt modelId="{6D5A3EE2-D750-4E14-A955-8A31C0DE6DAE}" type="parTrans" cxnId="{AA66388D-1D57-423D-95F5-2144B2C9D18A}">
      <dgm:prSet/>
      <dgm:spPr/>
      <dgm:t>
        <a:bodyPr/>
        <a:lstStyle/>
        <a:p>
          <a:endParaRPr lang="en-US"/>
        </a:p>
      </dgm:t>
    </dgm:pt>
    <dgm:pt modelId="{8CA9B5AB-1410-4455-B380-1740CD2844A7}" type="sibTrans" cxnId="{AA66388D-1D57-423D-95F5-2144B2C9D18A}">
      <dgm:prSet/>
      <dgm:spPr/>
      <dgm:t>
        <a:bodyPr/>
        <a:lstStyle/>
        <a:p>
          <a:endParaRPr lang="en-US"/>
        </a:p>
      </dgm:t>
    </dgm:pt>
    <dgm:pt modelId="{86C34DF2-E98A-4C5B-A788-6204C4CE8869}" type="pres">
      <dgm:prSet presAssocID="{2F6E6EE1-EA73-498F-A5F0-5E37373566DE}" presName="root" presStyleCnt="0">
        <dgm:presLayoutVars>
          <dgm:dir/>
          <dgm:resizeHandles val="exact"/>
        </dgm:presLayoutVars>
      </dgm:prSet>
      <dgm:spPr/>
    </dgm:pt>
    <dgm:pt modelId="{2831AD08-A3FF-430B-80D5-123C19CA640B}" type="pres">
      <dgm:prSet presAssocID="{23CDFA7F-9F2C-4393-8CF6-A73C8EFF97BE}" presName="compNode" presStyleCnt="0"/>
      <dgm:spPr/>
    </dgm:pt>
    <dgm:pt modelId="{F5E0A232-56E1-49B6-AC6D-070D679665E6}" type="pres">
      <dgm:prSet presAssocID="{23CDFA7F-9F2C-4393-8CF6-A73C8EFF97BE}" presName="bgRect" presStyleLbl="bgShp" presStyleIdx="0" presStyleCnt="3"/>
      <dgm:spPr/>
    </dgm:pt>
    <dgm:pt modelId="{E4DC8E14-2590-4D88-AC50-6C6530C9F173}" type="pres">
      <dgm:prSet presAssocID="{23CDFA7F-9F2C-4393-8CF6-A73C8EFF97B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494FCB5-2887-4993-9DB4-21B3CCDF4ECA}" type="pres">
      <dgm:prSet presAssocID="{23CDFA7F-9F2C-4393-8CF6-A73C8EFF97BE}" presName="spaceRect" presStyleCnt="0"/>
      <dgm:spPr/>
    </dgm:pt>
    <dgm:pt modelId="{48020945-EEF3-4F81-8C2E-45DF0B57AB70}" type="pres">
      <dgm:prSet presAssocID="{23CDFA7F-9F2C-4393-8CF6-A73C8EFF97BE}" presName="parTx" presStyleLbl="revTx" presStyleIdx="0" presStyleCnt="3">
        <dgm:presLayoutVars>
          <dgm:chMax val="0"/>
          <dgm:chPref val="0"/>
        </dgm:presLayoutVars>
      </dgm:prSet>
      <dgm:spPr/>
    </dgm:pt>
    <dgm:pt modelId="{6252BB01-160C-4C2C-88EC-502E7C285D34}" type="pres">
      <dgm:prSet presAssocID="{F1A87E22-C8EF-4297-9A12-3038FA89CBC0}" presName="sibTrans" presStyleCnt="0"/>
      <dgm:spPr/>
    </dgm:pt>
    <dgm:pt modelId="{099E0E95-1C4E-4854-A9E8-38F4F1768B3E}" type="pres">
      <dgm:prSet presAssocID="{F5324587-D833-4ED5-82D9-17FC88A9E297}" presName="compNode" presStyleCnt="0"/>
      <dgm:spPr/>
    </dgm:pt>
    <dgm:pt modelId="{BDB10560-ED26-4872-BE4A-8004BE9CE4D0}" type="pres">
      <dgm:prSet presAssocID="{F5324587-D833-4ED5-82D9-17FC88A9E297}" presName="bgRect" presStyleLbl="bgShp" presStyleIdx="1" presStyleCnt="3"/>
      <dgm:spPr/>
    </dgm:pt>
    <dgm:pt modelId="{AEDD0C24-16F0-45F9-AF23-3A34D25D4E59}" type="pres">
      <dgm:prSet presAssocID="{F5324587-D833-4ED5-82D9-17FC88A9E29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6A5BA422-4C4B-46FE-BDA9-D8302AC21D05}" type="pres">
      <dgm:prSet presAssocID="{F5324587-D833-4ED5-82D9-17FC88A9E297}" presName="spaceRect" presStyleCnt="0"/>
      <dgm:spPr/>
    </dgm:pt>
    <dgm:pt modelId="{5D2D8DFF-A900-48FB-86ED-E989679B8D53}" type="pres">
      <dgm:prSet presAssocID="{F5324587-D833-4ED5-82D9-17FC88A9E297}" presName="parTx" presStyleLbl="revTx" presStyleIdx="1" presStyleCnt="3">
        <dgm:presLayoutVars>
          <dgm:chMax val="0"/>
          <dgm:chPref val="0"/>
        </dgm:presLayoutVars>
      </dgm:prSet>
      <dgm:spPr/>
    </dgm:pt>
    <dgm:pt modelId="{848C72A7-A521-43F3-AB9D-DF1C956E442B}" type="pres">
      <dgm:prSet presAssocID="{10A5CFC2-7C02-455D-A43D-7CE7D460DEF9}" presName="sibTrans" presStyleCnt="0"/>
      <dgm:spPr/>
    </dgm:pt>
    <dgm:pt modelId="{12D307CC-4C8A-40A3-9337-04C5E992F5C3}" type="pres">
      <dgm:prSet presAssocID="{12D08CC6-CFC5-41FF-A534-FD21D4D89628}" presName="compNode" presStyleCnt="0"/>
      <dgm:spPr/>
    </dgm:pt>
    <dgm:pt modelId="{1B19CA96-C0D5-4E54-A9E2-4FBBCE52CAC7}" type="pres">
      <dgm:prSet presAssocID="{12D08CC6-CFC5-41FF-A534-FD21D4D89628}" presName="bgRect" presStyleLbl="bgShp" presStyleIdx="2" presStyleCnt="3"/>
      <dgm:spPr/>
    </dgm:pt>
    <dgm:pt modelId="{E0C5F3F0-EBCE-4A8B-A487-813930D67AB1}" type="pres">
      <dgm:prSet presAssocID="{12D08CC6-CFC5-41FF-A534-FD21D4D8962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98161FD7-842C-4295-B6CF-C1E38FD7629C}" type="pres">
      <dgm:prSet presAssocID="{12D08CC6-CFC5-41FF-A534-FD21D4D89628}" presName="spaceRect" presStyleCnt="0"/>
      <dgm:spPr/>
    </dgm:pt>
    <dgm:pt modelId="{4A08AA50-6827-4EC9-BB09-4BD03EDB34E5}" type="pres">
      <dgm:prSet presAssocID="{12D08CC6-CFC5-41FF-A534-FD21D4D8962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BB45714-0EB8-45D1-85D8-C6AF8C73B145}" type="presOf" srcId="{12D08CC6-CFC5-41FF-A534-FD21D4D89628}" destId="{4A08AA50-6827-4EC9-BB09-4BD03EDB34E5}" srcOrd="0" destOrd="0" presId="urn:microsoft.com/office/officeart/2018/2/layout/IconVerticalSolidList"/>
    <dgm:cxn modelId="{93084E20-C05D-4F94-A1BC-409D81027AAE}" srcId="{2F6E6EE1-EA73-498F-A5F0-5E37373566DE}" destId="{F5324587-D833-4ED5-82D9-17FC88A9E297}" srcOrd="1" destOrd="0" parTransId="{AC32D4FC-7262-499C-BD8A-BBF3AAB508A5}" sibTransId="{10A5CFC2-7C02-455D-A43D-7CE7D460DEF9}"/>
    <dgm:cxn modelId="{D38E9E2A-A770-4BF9-AC7B-9F4959D0BA00}" type="presOf" srcId="{2F6E6EE1-EA73-498F-A5F0-5E37373566DE}" destId="{86C34DF2-E98A-4C5B-A788-6204C4CE8869}" srcOrd="0" destOrd="0" presId="urn:microsoft.com/office/officeart/2018/2/layout/IconVerticalSolidList"/>
    <dgm:cxn modelId="{4B47C946-04A4-4C5E-B4BA-0BB4056FDE70}" srcId="{2F6E6EE1-EA73-498F-A5F0-5E37373566DE}" destId="{23CDFA7F-9F2C-4393-8CF6-A73C8EFF97BE}" srcOrd="0" destOrd="0" parTransId="{E0E783A3-387F-4E7D-9CCC-25DCE1CD9904}" sibTransId="{F1A87E22-C8EF-4297-9A12-3038FA89CBC0}"/>
    <dgm:cxn modelId="{AA66388D-1D57-423D-95F5-2144B2C9D18A}" srcId="{2F6E6EE1-EA73-498F-A5F0-5E37373566DE}" destId="{12D08CC6-CFC5-41FF-A534-FD21D4D89628}" srcOrd="2" destOrd="0" parTransId="{6D5A3EE2-D750-4E14-A955-8A31C0DE6DAE}" sibTransId="{8CA9B5AB-1410-4455-B380-1740CD2844A7}"/>
    <dgm:cxn modelId="{18D8CCA8-8E53-4409-BB0E-ACE2405380F7}" type="presOf" srcId="{23CDFA7F-9F2C-4393-8CF6-A73C8EFF97BE}" destId="{48020945-EEF3-4F81-8C2E-45DF0B57AB70}" srcOrd="0" destOrd="0" presId="urn:microsoft.com/office/officeart/2018/2/layout/IconVerticalSolidList"/>
    <dgm:cxn modelId="{7D8A89B4-86D4-449F-A018-544163C8B577}" type="presOf" srcId="{F5324587-D833-4ED5-82D9-17FC88A9E297}" destId="{5D2D8DFF-A900-48FB-86ED-E989679B8D53}" srcOrd="0" destOrd="0" presId="urn:microsoft.com/office/officeart/2018/2/layout/IconVerticalSolidList"/>
    <dgm:cxn modelId="{6E2BFF61-A369-4A53-9D01-7964BA569890}" type="presParOf" srcId="{86C34DF2-E98A-4C5B-A788-6204C4CE8869}" destId="{2831AD08-A3FF-430B-80D5-123C19CA640B}" srcOrd="0" destOrd="0" presId="urn:microsoft.com/office/officeart/2018/2/layout/IconVerticalSolidList"/>
    <dgm:cxn modelId="{8210D624-3384-4B08-8BBA-F896DF7D6C41}" type="presParOf" srcId="{2831AD08-A3FF-430B-80D5-123C19CA640B}" destId="{F5E0A232-56E1-49B6-AC6D-070D679665E6}" srcOrd="0" destOrd="0" presId="urn:microsoft.com/office/officeart/2018/2/layout/IconVerticalSolidList"/>
    <dgm:cxn modelId="{3BBC5A04-FDD6-4186-9850-16366D15D629}" type="presParOf" srcId="{2831AD08-A3FF-430B-80D5-123C19CA640B}" destId="{E4DC8E14-2590-4D88-AC50-6C6530C9F173}" srcOrd="1" destOrd="0" presId="urn:microsoft.com/office/officeart/2018/2/layout/IconVerticalSolidList"/>
    <dgm:cxn modelId="{5C5CF260-0CDA-4DAA-BE9E-820B4BD57286}" type="presParOf" srcId="{2831AD08-A3FF-430B-80D5-123C19CA640B}" destId="{5494FCB5-2887-4993-9DB4-21B3CCDF4ECA}" srcOrd="2" destOrd="0" presId="urn:microsoft.com/office/officeart/2018/2/layout/IconVerticalSolidList"/>
    <dgm:cxn modelId="{FD493DD0-F00C-4C44-BFAD-BC57C7174C8E}" type="presParOf" srcId="{2831AD08-A3FF-430B-80D5-123C19CA640B}" destId="{48020945-EEF3-4F81-8C2E-45DF0B57AB70}" srcOrd="3" destOrd="0" presId="urn:microsoft.com/office/officeart/2018/2/layout/IconVerticalSolidList"/>
    <dgm:cxn modelId="{3B06C15F-6562-4622-942D-771ADF235A0E}" type="presParOf" srcId="{86C34DF2-E98A-4C5B-A788-6204C4CE8869}" destId="{6252BB01-160C-4C2C-88EC-502E7C285D34}" srcOrd="1" destOrd="0" presId="urn:microsoft.com/office/officeart/2018/2/layout/IconVerticalSolidList"/>
    <dgm:cxn modelId="{913184D3-EED9-4781-9459-1AF78BB3BF7F}" type="presParOf" srcId="{86C34DF2-E98A-4C5B-A788-6204C4CE8869}" destId="{099E0E95-1C4E-4854-A9E8-38F4F1768B3E}" srcOrd="2" destOrd="0" presId="urn:microsoft.com/office/officeart/2018/2/layout/IconVerticalSolidList"/>
    <dgm:cxn modelId="{A3A0B150-5F9E-4F84-881C-63E985438EE2}" type="presParOf" srcId="{099E0E95-1C4E-4854-A9E8-38F4F1768B3E}" destId="{BDB10560-ED26-4872-BE4A-8004BE9CE4D0}" srcOrd="0" destOrd="0" presId="urn:microsoft.com/office/officeart/2018/2/layout/IconVerticalSolidList"/>
    <dgm:cxn modelId="{6DE89BFA-5050-4B39-9E6E-495183A9C480}" type="presParOf" srcId="{099E0E95-1C4E-4854-A9E8-38F4F1768B3E}" destId="{AEDD0C24-16F0-45F9-AF23-3A34D25D4E59}" srcOrd="1" destOrd="0" presId="urn:microsoft.com/office/officeart/2018/2/layout/IconVerticalSolidList"/>
    <dgm:cxn modelId="{35943F30-CC84-4ECB-A080-D4668387ED14}" type="presParOf" srcId="{099E0E95-1C4E-4854-A9E8-38F4F1768B3E}" destId="{6A5BA422-4C4B-46FE-BDA9-D8302AC21D05}" srcOrd="2" destOrd="0" presId="urn:microsoft.com/office/officeart/2018/2/layout/IconVerticalSolidList"/>
    <dgm:cxn modelId="{7930E15F-C2F9-4CC3-A437-21F8748C133D}" type="presParOf" srcId="{099E0E95-1C4E-4854-A9E8-38F4F1768B3E}" destId="{5D2D8DFF-A900-48FB-86ED-E989679B8D53}" srcOrd="3" destOrd="0" presId="urn:microsoft.com/office/officeart/2018/2/layout/IconVerticalSolidList"/>
    <dgm:cxn modelId="{688D2BB5-8B5E-42A3-B2E9-40059CD849A3}" type="presParOf" srcId="{86C34DF2-E98A-4C5B-A788-6204C4CE8869}" destId="{848C72A7-A521-43F3-AB9D-DF1C956E442B}" srcOrd="3" destOrd="0" presId="urn:microsoft.com/office/officeart/2018/2/layout/IconVerticalSolidList"/>
    <dgm:cxn modelId="{2828E09A-19A9-4F5F-B9CC-C7205D866549}" type="presParOf" srcId="{86C34DF2-E98A-4C5B-A788-6204C4CE8869}" destId="{12D307CC-4C8A-40A3-9337-04C5E992F5C3}" srcOrd="4" destOrd="0" presId="urn:microsoft.com/office/officeart/2018/2/layout/IconVerticalSolidList"/>
    <dgm:cxn modelId="{C30E8F5D-B2E1-4859-9BC2-1C7AFA1E4DA5}" type="presParOf" srcId="{12D307CC-4C8A-40A3-9337-04C5E992F5C3}" destId="{1B19CA96-C0D5-4E54-A9E2-4FBBCE52CAC7}" srcOrd="0" destOrd="0" presId="urn:microsoft.com/office/officeart/2018/2/layout/IconVerticalSolidList"/>
    <dgm:cxn modelId="{0FAA2A73-EEAA-4FFD-BFA0-0A4154BB2808}" type="presParOf" srcId="{12D307CC-4C8A-40A3-9337-04C5E992F5C3}" destId="{E0C5F3F0-EBCE-4A8B-A487-813930D67AB1}" srcOrd="1" destOrd="0" presId="urn:microsoft.com/office/officeart/2018/2/layout/IconVerticalSolidList"/>
    <dgm:cxn modelId="{4CCF29BD-339A-431D-8D83-9CE3FF4A705B}" type="presParOf" srcId="{12D307CC-4C8A-40A3-9337-04C5E992F5C3}" destId="{98161FD7-842C-4295-B6CF-C1E38FD7629C}" srcOrd="2" destOrd="0" presId="urn:microsoft.com/office/officeart/2018/2/layout/IconVerticalSolidList"/>
    <dgm:cxn modelId="{95C71C1C-6746-4D95-9813-B9B7F853DEA9}" type="presParOf" srcId="{12D307CC-4C8A-40A3-9337-04C5E992F5C3}" destId="{4A08AA50-6827-4EC9-BB09-4BD03EDB34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D7C605C-E7D1-43ED-A2B3-AE3E2941FF5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C09A25-B767-4D8D-AFD9-6A6C6CB0E2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Sometimes, we want to know the maximum value that can be represented with a certain number of columns. </a:t>
          </a:r>
        </a:p>
      </dgm:t>
    </dgm:pt>
    <dgm:pt modelId="{458FA2E5-212F-48B7-A5DF-62549EE88E1A}" type="parTrans" cxnId="{32A7B954-C15A-4E12-AEEE-8C1A258B0FFE}">
      <dgm:prSet/>
      <dgm:spPr/>
      <dgm:t>
        <a:bodyPr/>
        <a:lstStyle/>
        <a:p>
          <a:endParaRPr lang="en-US"/>
        </a:p>
      </dgm:t>
    </dgm:pt>
    <dgm:pt modelId="{F11DF831-6BA4-4D68-959E-AB70093B11E3}" type="sibTrans" cxnId="{32A7B954-C15A-4E12-AEEE-8C1A258B0FFE}">
      <dgm:prSet/>
      <dgm:spPr/>
      <dgm:t>
        <a:bodyPr/>
        <a:lstStyle/>
        <a:p>
          <a:endParaRPr lang="en-US"/>
        </a:p>
      </dgm:t>
    </dgm:pt>
    <dgm:pt modelId="{9B14500A-040F-48E3-A624-A1F00DD316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can be done by raising the number of symbols in each column by the number of columns and subtract 1. </a:t>
          </a:r>
        </a:p>
      </dgm:t>
    </dgm:pt>
    <dgm:pt modelId="{361E1F80-FA65-42EE-A3C7-CD9D71C296FD}" type="parTrans" cxnId="{FBF926A2-F0EF-4153-BCF8-2966FB6D4A59}">
      <dgm:prSet/>
      <dgm:spPr/>
      <dgm:t>
        <a:bodyPr/>
        <a:lstStyle/>
        <a:p>
          <a:endParaRPr lang="en-US"/>
        </a:p>
      </dgm:t>
    </dgm:pt>
    <dgm:pt modelId="{AD331A8B-B88C-4F95-8819-52FBAE8D0DB8}" type="sibTrans" cxnId="{FBF926A2-F0EF-4153-BCF8-2966FB6D4A59}">
      <dgm:prSet/>
      <dgm:spPr/>
      <dgm:t>
        <a:bodyPr/>
        <a:lstStyle/>
        <a:p>
          <a:endParaRPr lang="en-US"/>
        </a:p>
      </dgm:t>
    </dgm:pt>
    <dgm:pt modelId="{3A8D3340-2BFC-4062-91E8-0AACB07A58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Subtract 1 because we need to take the 0 value into account. </a:t>
          </a:r>
        </a:p>
      </dgm:t>
    </dgm:pt>
    <dgm:pt modelId="{FD931365-3DD2-4D26-99CE-25736DD8DC56}" type="parTrans" cxnId="{72CD21E3-14D3-4F09-A1EB-7E025FAE597F}">
      <dgm:prSet/>
      <dgm:spPr/>
      <dgm:t>
        <a:bodyPr/>
        <a:lstStyle/>
        <a:p>
          <a:endParaRPr lang="en-US"/>
        </a:p>
      </dgm:t>
    </dgm:pt>
    <dgm:pt modelId="{3B6ED8DC-C221-47BD-9569-2BD9021D7D86}" type="sibTrans" cxnId="{72CD21E3-14D3-4F09-A1EB-7E025FAE597F}">
      <dgm:prSet/>
      <dgm:spPr/>
      <dgm:t>
        <a:bodyPr/>
        <a:lstStyle/>
        <a:p>
          <a:endParaRPr lang="en-US"/>
        </a:p>
      </dgm:t>
    </dgm:pt>
    <dgm:pt modelId="{FE25CA40-A9C9-49A2-8FDD-6EBF696BE9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example, with a binary number we raise 2 to the number of bits in the value and subtract 1. </a:t>
          </a:r>
        </a:p>
      </dgm:t>
    </dgm:pt>
    <dgm:pt modelId="{63AC7908-3B8B-49CF-BCF0-176BB422E118}" type="parTrans" cxnId="{5DBCAD4D-E2E6-4929-A1B2-676638237738}">
      <dgm:prSet/>
      <dgm:spPr/>
      <dgm:t>
        <a:bodyPr/>
        <a:lstStyle/>
        <a:p>
          <a:endParaRPr lang="en-US"/>
        </a:p>
      </dgm:t>
    </dgm:pt>
    <dgm:pt modelId="{DF943182-C3C7-4967-9189-CE541706B464}" type="sibTrans" cxnId="{5DBCAD4D-E2E6-4929-A1B2-676638237738}">
      <dgm:prSet/>
      <dgm:spPr/>
      <dgm:t>
        <a:bodyPr/>
        <a:lstStyle/>
        <a:p>
          <a:endParaRPr lang="en-US"/>
        </a:p>
      </dgm:t>
    </dgm:pt>
    <dgm:pt modelId="{368041F6-046B-4E9C-AACE-CD92C3BEBD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Therefore, a 32-bit value has a maximum decimal value of</a:t>
          </a:r>
        </a:p>
      </dgm:t>
    </dgm:pt>
    <dgm:pt modelId="{14E7D77B-A353-45A2-94A3-C8CBF0B53F53}" type="parTrans" cxnId="{173C9EF4-648E-402F-8777-4E1BDF0B7309}">
      <dgm:prSet/>
      <dgm:spPr/>
      <dgm:t>
        <a:bodyPr/>
        <a:lstStyle/>
        <a:p>
          <a:endParaRPr lang="en-US"/>
        </a:p>
      </dgm:t>
    </dgm:pt>
    <dgm:pt modelId="{7BCD1B7E-4AFB-4312-9922-EF69F3FDAE98}" type="sibTrans" cxnId="{173C9EF4-648E-402F-8777-4E1BDF0B7309}">
      <dgm:prSet/>
      <dgm:spPr/>
      <dgm:t>
        <a:bodyPr/>
        <a:lstStyle/>
        <a:p>
          <a:endParaRPr lang="en-US"/>
        </a:p>
      </dgm:t>
    </dgm:pt>
    <dgm:pt modelId="{A8E60383-7585-4752-BEA9-A1502D47E1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</a:t>
          </a:r>
          <a:r>
            <a:rPr lang="en-US" baseline="40000"/>
            <a:t>32</a:t>
          </a:r>
          <a:r>
            <a:rPr lang="en-US"/>
            <a:t> - 1 = 4,294,967,295</a:t>
          </a:r>
        </a:p>
      </dgm:t>
    </dgm:pt>
    <dgm:pt modelId="{1F398A35-EF32-4BDB-A9A5-8C235E0CDA16}" type="parTrans" cxnId="{51236D76-3D01-41D3-AF19-B361F1973EB2}">
      <dgm:prSet/>
      <dgm:spPr/>
      <dgm:t>
        <a:bodyPr/>
        <a:lstStyle/>
        <a:p>
          <a:endParaRPr lang="en-US"/>
        </a:p>
      </dgm:t>
    </dgm:pt>
    <dgm:pt modelId="{067951B6-C416-41E0-A624-A0695DEF5D37}" type="sibTrans" cxnId="{51236D76-3D01-41D3-AF19-B361F1973EB2}">
      <dgm:prSet/>
      <dgm:spPr/>
      <dgm:t>
        <a:bodyPr/>
        <a:lstStyle/>
        <a:p>
          <a:endParaRPr lang="en-US"/>
        </a:p>
      </dgm:t>
    </dgm:pt>
    <dgm:pt modelId="{267FCC00-1A40-4076-B6D1-DDF67793FDD9}" type="pres">
      <dgm:prSet presAssocID="{5D7C605C-E7D1-43ED-A2B3-AE3E2941FF5D}" presName="root" presStyleCnt="0">
        <dgm:presLayoutVars>
          <dgm:dir/>
          <dgm:resizeHandles val="exact"/>
        </dgm:presLayoutVars>
      </dgm:prSet>
      <dgm:spPr/>
    </dgm:pt>
    <dgm:pt modelId="{89AADD28-2A74-4C4A-BAC6-8DFAF6B4F9EB}" type="pres">
      <dgm:prSet presAssocID="{75C09A25-B767-4D8D-AFD9-6A6C6CB0E247}" presName="compNode" presStyleCnt="0"/>
      <dgm:spPr/>
    </dgm:pt>
    <dgm:pt modelId="{7AE3CC94-0B66-47E4-AD5E-B7522EFE6527}" type="pres">
      <dgm:prSet presAssocID="{75C09A25-B767-4D8D-AFD9-6A6C6CB0E247}" presName="bgRect" presStyleLbl="bgShp" presStyleIdx="0" presStyleCnt="5"/>
      <dgm:spPr/>
    </dgm:pt>
    <dgm:pt modelId="{50879AFD-2FED-4652-9952-02DB85B47BFE}" type="pres">
      <dgm:prSet presAssocID="{75C09A25-B767-4D8D-AFD9-6A6C6CB0E24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4AB858D-6D82-46AE-9117-E90103784F0F}" type="pres">
      <dgm:prSet presAssocID="{75C09A25-B767-4D8D-AFD9-6A6C6CB0E247}" presName="spaceRect" presStyleCnt="0"/>
      <dgm:spPr/>
    </dgm:pt>
    <dgm:pt modelId="{445BF824-4B8B-4312-BDDA-40D664D595A0}" type="pres">
      <dgm:prSet presAssocID="{75C09A25-B767-4D8D-AFD9-6A6C6CB0E247}" presName="parTx" presStyleLbl="revTx" presStyleIdx="0" presStyleCnt="6">
        <dgm:presLayoutVars>
          <dgm:chMax val="0"/>
          <dgm:chPref val="0"/>
        </dgm:presLayoutVars>
      </dgm:prSet>
      <dgm:spPr/>
    </dgm:pt>
    <dgm:pt modelId="{41EE9CF0-CDB3-4C16-B07D-F45373D61E5B}" type="pres">
      <dgm:prSet presAssocID="{F11DF831-6BA4-4D68-959E-AB70093B11E3}" presName="sibTrans" presStyleCnt="0"/>
      <dgm:spPr/>
    </dgm:pt>
    <dgm:pt modelId="{00087E0F-DD7A-4642-95B7-D78BB279A8C7}" type="pres">
      <dgm:prSet presAssocID="{9B14500A-040F-48E3-A624-A1F00DD316EA}" presName="compNode" presStyleCnt="0"/>
      <dgm:spPr/>
    </dgm:pt>
    <dgm:pt modelId="{1862F02A-97C1-4DF9-B5AD-DB2CD563ABA7}" type="pres">
      <dgm:prSet presAssocID="{9B14500A-040F-48E3-A624-A1F00DD316EA}" presName="bgRect" presStyleLbl="bgShp" presStyleIdx="1" presStyleCnt="5"/>
      <dgm:spPr/>
    </dgm:pt>
    <dgm:pt modelId="{27EF216A-A88C-4549-BB93-C2F49F94BF4D}" type="pres">
      <dgm:prSet presAssocID="{9B14500A-040F-48E3-A624-A1F00DD316E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7C8CB4FB-EB46-413E-B7C9-A40AB136F067}" type="pres">
      <dgm:prSet presAssocID="{9B14500A-040F-48E3-A624-A1F00DD316EA}" presName="spaceRect" presStyleCnt="0"/>
      <dgm:spPr/>
    </dgm:pt>
    <dgm:pt modelId="{1C25D92E-890B-4E7D-8628-974E68AF7E1F}" type="pres">
      <dgm:prSet presAssocID="{9B14500A-040F-48E3-A624-A1F00DD316EA}" presName="parTx" presStyleLbl="revTx" presStyleIdx="1" presStyleCnt="6">
        <dgm:presLayoutVars>
          <dgm:chMax val="0"/>
          <dgm:chPref val="0"/>
        </dgm:presLayoutVars>
      </dgm:prSet>
      <dgm:spPr/>
    </dgm:pt>
    <dgm:pt modelId="{F6F339AB-B749-4CB3-B71B-F256A92B5F62}" type="pres">
      <dgm:prSet presAssocID="{AD331A8B-B88C-4F95-8819-52FBAE8D0DB8}" presName="sibTrans" presStyleCnt="0"/>
      <dgm:spPr/>
    </dgm:pt>
    <dgm:pt modelId="{99215375-30C4-4048-9CA3-3B917DD25606}" type="pres">
      <dgm:prSet presAssocID="{3A8D3340-2BFC-4062-91E8-0AACB07A5810}" presName="compNode" presStyleCnt="0"/>
      <dgm:spPr/>
    </dgm:pt>
    <dgm:pt modelId="{D46CD277-A4ED-4768-A13A-C8DD7FED863F}" type="pres">
      <dgm:prSet presAssocID="{3A8D3340-2BFC-4062-91E8-0AACB07A5810}" presName="bgRect" presStyleLbl="bgShp" presStyleIdx="2" presStyleCnt="5"/>
      <dgm:spPr/>
    </dgm:pt>
    <dgm:pt modelId="{6C3E19D0-1668-467F-9155-395DC61B7CD0}" type="pres">
      <dgm:prSet presAssocID="{3A8D3340-2BFC-4062-91E8-0AACB07A581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D2DD57A4-0D8B-4A4C-AD7D-1CC9C3470631}" type="pres">
      <dgm:prSet presAssocID="{3A8D3340-2BFC-4062-91E8-0AACB07A5810}" presName="spaceRect" presStyleCnt="0"/>
      <dgm:spPr/>
    </dgm:pt>
    <dgm:pt modelId="{9A8D08EA-E17A-4AB5-941A-4A8A6D2E054D}" type="pres">
      <dgm:prSet presAssocID="{3A8D3340-2BFC-4062-91E8-0AACB07A5810}" presName="parTx" presStyleLbl="revTx" presStyleIdx="2" presStyleCnt="6">
        <dgm:presLayoutVars>
          <dgm:chMax val="0"/>
          <dgm:chPref val="0"/>
        </dgm:presLayoutVars>
      </dgm:prSet>
      <dgm:spPr/>
    </dgm:pt>
    <dgm:pt modelId="{E2ED163D-49FB-4581-A081-BAC1010DA5D2}" type="pres">
      <dgm:prSet presAssocID="{3B6ED8DC-C221-47BD-9569-2BD9021D7D86}" presName="sibTrans" presStyleCnt="0"/>
      <dgm:spPr/>
    </dgm:pt>
    <dgm:pt modelId="{CC8264E8-D15D-428B-87BD-FD3E66A10677}" type="pres">
      <dgm:prSet presAssocID="{FE25CA40-A9C9-49A2-8FDD-6EBF696BE98E}" presName="compNode" presStyleCnt="0"/>
      <dgm:spPr/>
    </dgm:pt>
    <dgm:pt modelId="{04C8E2DF-01F9-4527-B81F-9AC63D9FF9C7}" type="pres">
      <dgm:prSet presAssocID="{FE25CA40-A9C9-49A2-8FDD-6EBF696BE98E}" presName="bgRect" presStyleLbl="bgShp" presStyleIdx="3" presStyleCnt="5"/>
      <dgm:spPr/>
    </dgm:pt>
    <dgm:pt modelId="{B8265D5B-9C02-4710-A838-90EA25D71F37}" type="pres">
      <dgm:prSet presAssocID="{FE25CA40-A9C9-49A2-8FDD-6EBF696BE98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0D03C66-EF68-42BC-BDB6-C3A211F671F7}" type="pres">
      <dgm:prSet presAssocID="{FE25CA40-A9C9-49A2-8FDD-6EBF696BE98E}" presName="spaceRect" presStyleCnt="0"/>
      <dgm:spPr/>
    </dgm:pt>
    <dgm:pt modelId="{D4445ECD-3C36-47A4-A3D0-6B914F25A999}" type="pres">
      <dgm:prSet presAssocID="{FE25CA40-A9C9-49A2-8FDD-6EBF696BE98E}" presName="parTx" presStyleLbl="revTx" presStyleIdx="3" presStyleCnt="6">
        <dgm:presLayoutVars>
          <dgm:chMax val="0"/>
          <dgm:chPref val="0"/>
        </dgm:presLayoutVars>
      </dgm:prSet>
      <dgm:spPr/>
    </dgm:pt>
    <dgm:pt modelId="{61F2E0B5-C63A-4437-A2B2-AA5D0AF63A3F}" type="pres">
      <dgm:prSet presAssocID="{DF943182-C3C7-4967-9189-CE541706B464}" presName="sibTrans" presStyleCnt="0"/>
      <dgm:spPr/>
    </dgm:pt>
    <dgm:pt modelId="{02F01DD5-0ADC-4E69-A898-D099420C6AC2}" type="pres">
      <dgm:prSet presAssocID="{368041F6-046B-4E9C-AACE-CD92C3BEBD0A}" presName="compNode" presStyleCnt="0"/>
      <dgm:spPr/>
    </dgm:pt>
    <dgm:pt modelId="{2DAA1398-7DEE-4EE3-BAA5-A0C9B2ADFCD6}" type="pres">
      <dgm:prSet presAssocID="{368041F6-046B-4E9C-AACE-CD92C3BEBD0A}" presName="bgRect" presStyleLbl="bgShp" presStyleIdx="4" presStyleCnt="5"/>
      <dgm:spPr/>
    </dgm:pt>
    <dgm:pt modelId="{878AAA64-57A0-4135-8AA8-349DAD88EFFD}" type="pres">
      <dgm:prSet presAssocID="{368041F6-046B-4E9C-AACE-CD92C3BEBD0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198EB9F6-FE53-43BE-941B-501A2AAD4F70}" type="pres">
      <dgm:prSet presAssocID="{368041F6-046B-4E9C-AACE-CD92C3BEBD0A}" presName="spaceRect" presStyleCnt="0"/>
      <dgm:spPr/>
    </dgm:pt>
    <dgm:pt modelId="{862FBBF9-8B9F-45A7-907F-22928C95E9D3}" type="pres">
      <dgm:prSet presAssocID="{368041F6-046B-4E9C-AACE-CD92C3BEBD0A}" presName="parTx" presStyleLbl="revTx" presStyleIdx="4" presStyleCnt="6">
        <dgm:presLayoutVars>
          <dgm:chMax val="0"/>
          <dgm:chPref val="0"/>
        </dgm:presLayoutVars>
      </dgm:prSet>
      <dgm:spPr/>
    </dgm:pt>
    <dgm:pt modelId="{06CD9C97-F63D-4886-A00A-4969E08DEBB8}" type="pres">
      <dgm:prSet presAssocID="{368041F6-046B-4E9C-AACE-CD92C3BEBD0A}" presName="desTx" presStyleLbl="revTx" presStyleIdx="5" presStyleCnt="6">
        <dgm:presLayoutVars/>
      </dgm:prSet>
      <dgm:spPr/>
    </dgm:pt>
  </dgm:ptLst>
  <dgm:cxnLst>
    <dgm:cxn modelId="{92A82443-76FB-49BF-92E8-3D2DD3EF4C1E}" type="presOf" srcId="{A8E60383-7585-4752-BEA9-A1502D47E1EF}" destId="{06CD9C97-F63D-4886-A00A-4969E08DEBB8}" srcOrd="0" destOrd="0" presId="urn:microsoft.com/office/officeart/2018/2/layout/IconVerticalSolidList"/>
    <dgm:cxn modelId="{5DBCAD4D-E2E6-4929-A1B2-676638237738}" srcId="{5D7C605C-E7D1-43ED-A2B3-AE3E2941FF5D}" destId="{FE25CA40-A9C9-49A2-8FDD-6EBF696BE98E}" srcOrd="3" destOrd="0" parTransId="{63AC7908-3B8B-49CF-BCF0-176BB422E118}" sibTransId="{DF943182-C3C7-4967-9189-CE541706B464}"/>
    <dgm:cxn modelId="{32A7B954-C15A-4E12-AEEE-8C1A258B0FFE}" srcId="{5D7C605C-E7D1-43ED-A2B3-AE3E2941FF5D}" destId="{75C09A25-B767-4D8D-AFD9-6A6C6CB0E247}" srcOrd="0" destOrd="0" parTransId="{458FA2E5-212F-48B7-A5DF-62549EE88E1A}" sibTransId="{F11DF831-6BA4-4D68-959E-AB70093B11E3}"/>
    <dgm:cxn modelId="{51236D76-3D01-41D3-AF19-B361F1973EB2}" srcId="{368041F6-046B-4E9C-AACE-CD92C3BEBD0A}" destId="{A8E60383-7585-4752-BEA9-A1502D47E1EF}" srcOrd="0" destOrd="0" parTransId="{1F398A35-EF32-4BDB-A9A5-8C235E0CDA16}" sibTransId="{067951B6-C416-41E0-A624-A0695DEF5D37}"/>
    <dgm:cxn modelId="{30385579-23BF-4250-9BA1-96A4FD82ECB7}" type="presOf" srcId="{75C09A25-B767-4D8D-AFD9-6A6C6CB0E247}" destId="{445BF824-4B8B-4312-BDDA-40D664D595A0}" srcOrd="0" destOrd="0" presId="urn:microsoft.com/office/officeart/2018/2/layout/IconVerticalSolidList"/>
    <dgm:cxn modelId="{FBF926A2-F0EF-4153-BCF8-2966FB6D4A59}" srcId="{5D7C605C-E7D1-43ED-A2B3-AE3E2941FF5D}" destId="{9B14500A-040F-48E3-A624-A1F00DD316EA}" srcOrd="1" destOrd="0" parTransId="{361E1F80-FA65-42EE-A3C7-CD9D71C296FD}" sibTransId="{AD331A8B-B88C-4F95-8819-52FBAE8D0DB8}"/>
    <dgm:cxn modelId="{2B7D97B3-D7EF-44AD-A778-77D0352760D4}" type="presOf" srcId="{FE25CA40-A9C9-49A2-8FDD-6EBF696BE98E}" destId="{D4445ECD-3C36-47A4-A3D0-6B914F25A999}" srcOrd="0" destOrd="0" presId="urn:microsoft.com/office/officeart/2018/2/layout/IconVerticalSolidList"/>
    <dgm:cxn modelId="{F54033B4-6AF6-42EE-873F-FD66FF064425}" type="presOf" srcId="{9B14500A-040F-48E3-A624-A1F00DD316EA}" destId="{1C25D92E-890B-4E7D-8628-974E68AF7E1F}" srcOrd="0" destOrd="0" presId="urn:microsoft.com/office/officeart/2018/2/layout/IconVerticalSolidList"/>
    <dgm:cxn modelId="{A8A82CBD-4834-4780-98DF-F8B33028FA06}" type="presOf" srcId="{5D7C605C-E7D1-43ED-A2B3-AE3E2941FF5D}" destId="{267FCC00-1A40-4076-B6D1-DDF67793FDD9}" srcOrd="0" destOrd="0" presId="urn:microsoft.com/office/officeart/2018/2/layout/IconVerticalSolidList"/>
    <dgm:cxn modelId="{28AD44CF-C4A7-4A68-847A-E2AAFF5543C0}" type="presOf" srcId="{3A8D3340-2BFC-4062-91E8-0AACB07A5810}" destId="{9A8D08EA-E17A-4AB5-941A-4A8A6D2E054D}" srcOrd="0" destOrd="0" presId="urn:microsoft.com/office/officeart/2018/2/layout/IconVerticalSolidList"/>
    <dgm:cxn modelId="{821265D7-95EE-4439-9775-BAE26E75F29C}" type="presOf" srcId="{368041F6-046B-4E9C-AACE-CD92C3BEBD0A}" destId="{862FBBF9-8B9F-45A7-907F-22928C95E9D3}" srcOrd="0" destOrd="0" presId="urn:microsoft.com/office/officeart/2018/2/layout/IconVerticalSolidList"/>
    <dgm:cxn modelId="{72CD21E3-14D3-4F09-A1EB-7E025FAE597F}" srcId="{5D7C605C-E7D1-43ED-A2B3-AE3E2941FF5D}" destId="{3A8D3340-2BFC-4062-91E8-0AACB07A5810}" srcOrd="2" destOrd="0" parTransId="{FD931365-3DD2-4D26-99CE-25736DD8DC56}" sibTransId="{3B6ED8DC-C221-47BD-9569-2BD9021D7D86}"/>
    <dgm:cxn modelId="{173C9EF4-648E-402F-8777-4E1BDF0B7309}" srcId="{5D7C605C-E7D1-43ED-A2B3-AE3E2941FF5D}" destId="{368041F6-046B-4E9C-AACE-CD92C3BEBD0A}" srcOrd="4" destOrd="0" parTransId="{14E7D77B-A353-45A2-94A3-C8CBF0B53F53}" sibTransId="{7BCD1B7E-4AFB-4312-9922-EF69F3FDAE98}"/>
    <dgm:cxn modelId="{A7187F96-BE4C-44CD-B743-E24109488C9B}" type="presParOf" srcId="{267FCC00-1A40-4076-B6D1-DDF67793FDD9}" destId="{89AADD28-2A74-4C4A-BAC6-8DFAF6B4F9EB}" srcOrd="0" destOrd="0" presId="urn:microsoft.com/office/officeart/2018/2/layout/IconVerticalSolidList"/>
    <dgm:cxn modelId="{7AA8A5FF-318F-46DB-9E97-9E7A88D0717A}" type="presParOf" srcId="{89AADD28-2A74-4C4A-BAC6-8DFAF6B4F9EB}" destId="{7AE3CC94-0B66-47E4-AD5E-B7522EFE6527}" srcOrd="0" destOrd="0" presId="urn:microsoft.com/office/officeart/2018/2/layout/IconVerticalSolidList"/>
    <dgm:cxn modelId="{88F51A54-CDAE-4438-A6AC-55273A011997}" type="presParOf" srcId="{89AADD28-2A74-4C4A-BAC6-8DFAF6B4F9EB}" destId="{50879AFD-2FED-4652-9952-02DB85B47BFE}" srcOrd="1" destOrd="0" presId="urn:microsoft.com/office/officeart/2018/2/layout/IconVerticalSolidList"/>
    <dgm:cxn modelId="{99EDACFC-7267-4B22-9090-633BE0160C6C}" type="presParOf" srcId="{89AADD28-2A74-4C4A-BAC6-8DFAF6B4F9EB}" destId="{B4AB858D-6D82-46AE-9117-E90103784F0F}" srcOrd="2" destOrd="0" presId="urn:microsoft.com/office/officeart/2018/2/layout/IconVerticalSolidList"/>
    <dgm:cxn modelId="{A2724D9C-1008-4CBA-B918-86639D9BF44E}" type="presParOf" srcId="{89AADD28-2A74-4C4A-BAC6-8DFAF6B4F9EB}" destId="{445BF824-4B8B-4312-BDDA-40D664D595A0}" srcOrd="3" destOrd="0" presId="urn:microsoft.com/office/officeart/2018/2/layout/IconVerticalSolidList"/>
    <dgm:cxn modelId="{84BD74DD-CF3A-48DB-B221-E312008284EA}" type="presParOf" srcId="{267FCC00-1A40-4076-B6D1-DDF67793FDD9}" destId="{41EE9CF0-CDB3-4C16-B07D-F45373D61E5B}" srcOrd="1" destOrd="0" presId="urn:microsoft.com/office/officeart/2018/2/layout/IconVerticalSolidList"/>
    <dgm:cxn modelId="{6E0AFE4C-55F8-439C-8146-9158F32D6FA5}" type="presParOf" srcId="{267FCC00-1A40-4076-B6D1-DDF67793FDD9}" destId="{00087E0F-DD7A-4642-95B7-D78BB279A8C7}" srcOrd="2" destOrd="0" presId="urn:microsoft.com/office/officeart/2018/2/layout/IconVerticalSolidList"/>
    <dgm:cxn modelId="{48A3E408-861A-4A9E-8060-2F3D7F507260}" type="presParOf" srcId="{00087E0F-DD7A-4642-95B7-D78BB279A8C7}" destId="{1862F02A-97C1-4DF9-B5AD-DB2CD563ABA7}" srcOrd="0" destOrd="0" presId="urn:microsoft.com/office/officeart/2018/2/layout/IconVerticalSolidList"/>
    <dgm:cxn modelId="{C701FADF-3F60-4E01-8C29-159F184F56DE}" type="presParOf" srcId="{00087E0F-DD7A-4642-95B7-D78BB279A8C7}" destId="{27EF216A-A88C-4549-BB93-C2F49F94BF4D}" srcOrd="1" destOrd="0" presId="urn:microsoft.com/office/officeart/2018/2/layout/IconVerticalSolidList"/>
    <dgm:cxn modelId="{A26047A8-80CC-4D9C-8AC7-A7A51AB54026}" type="presParOf" srcId="{00087E0F-DD7A-4642-95B7-D78BB279A8C7}" destId="{7C8CB4FB-EB46-413E-B7C9-A40AB136F067}" srcOrd="2" destOrd="0" presId="urn:microsoft.com/office/officeart/2018/2/layout/IconVerticalSolidList"/>
    <dgm:cxn modelId="{92A3DC2A-0A11-4B03-91ED-F7F674740A8E}" type="presParOf" srcId="{00087E0F-DD7A-4642-95B7-D78BB279A8C7}" destId="{1C25D92E-890B-4E7D-8628-974E68AF7E1F}" srcOrd="3" destOrd="0" presId="urn:microsoft.com/office/officeart/2018/2/layout/IconVerticalSolidList"/>
    <dgm:cxn modelId="{C08882D1-2D0D-457F-B070-15263786F3EB}" type="presParOf" srcId="{267FCC00-1A40-4076-B6D1-DDF67793FDD9}" destId="{F6F339AB-B749-4CB3-B71B-F256A92B5F62}" srcOrd="3" destOrd="0" presId="urn:microsoft.com/office/officeart/2018/2/layout/IconVerticalSolidList"/>
    <dgm:cxn modelId="{FF98C218-1DCF-4163-9A1A-39F268E1967F}" type="presParOf" srcId="{267FCC00-1A40-4076-B6D1-DDF67793FDD9}" destId="{99215375-30C4-4048-9CA3-3B917DD25606}" srcOrd="4" destOrd="0" presId="urn:microsoft.com/office/officeart/2018/2/layout/IconVerticalSolidList"/>
    <dgm:cxn modelId="{0E226ED7-12A4-489E-8790-E7E6CCEDBF8B}" type="presParOf" srcId="{99215375-30C4-4048-9CA3-3B917DD25606}" destId="{D46CD277-A4ED-4768-A13A-C8DD7FED863F}" srcOrd="0" destOrd="0" presId="urn:microsoft.com/office/officeart/2018/2/layout/IconVerticalSolidList"/>
    <dgm:cxn modelId="{264A11D0-9EBB-4B3F-B60D-F39E88C2D535}" type="presParOf" srcId="{99215375-30C4-4048-9CA3-3B917DD25606}" destId="{6C3E19D0-1668-467F-9155-395DC61B7CD0}" srcOrd="1" destOrd="0" presId="urn:microsoft.com/office/officeart/2018/2/layout/IconVerticalSolidList"/>
    <dgm:cxn modelId="{964661EB-8324-40E1-BF2C-EB5C0BB5EA80}" type="presParOf" srcId="{99215375-30C4-4048-9CA3-3B917DD25606}" destId="{D2DD57A4-0D8B-4A4C-AD7D-1CC9C3470631}" srcOrd="2" destOrd="0" presId="urn:microsoft.com/office/officeart/2018/2/layout/IconVerticalSolidList"/>
    <dgm:cxn modelId="{C413100E-CC15-42A6-AC44-B11464CC78A1}" type="presParOf" srcId="{99215375-30C4-4048-9CA3-3B917DD25606}" destId="{9A8D08EA-E17A-4AB5-941A-4A8A6D2E054D}" srcOrd="3" destOrd="0" presId="urn:microsoft.com/office/officeart/2018/2/layout/IconVerticalSolidList"/>
    <dgm:cxn modelId="{659CDA64-F584-44FB-85C7-99FE5FBDDD97}" type="presParOf" srcId="{267FCC00-1A40-4076-B6D1-DDF67793FDD9}" destId="{E2ED163D-49FB-4581-A081-BAC1010DA5D2}" srcOrd="5" destOrd="0" presId="urn:microsoft.com/office/officeart/2018/2/layout/IconVerticalSolidList"/>
    <dgm:cxn modelId="{B79E3022-E8DF-4AB2-AA2F-DE37BDC374DE}" type="presParOf" srcId="{267FCC00-1A40-4076-B6D1-DDF67793FDD9}" destId="{CC8264E8-D15D-428B-87BD-FD3E66A10677}" srcOrd="6" destOrd="0" presId="urn:microsoft.com/office/officeart/2018/2/layout/IconVerticalSolidList"/>
    <dgm:cxn modelId="{7AFED181-33E5-4BD1-95D4-DF4AF8C28C0E}" type="presParOf" srcId="{CC8264E8-D15D-428B-87BD-FD3E66A10677}" destId="{04C8E2DF-01F9-4527-B81F-9AC63D9FF9C7}" srcOrd="0" destOrd="0" presId="urn:microsoft.com/office/officeart/2018/2/layout/IconVerticalSolidList"/>
    <dgm:cxn modelId="{F8C42BC7-6F47-4C7F-98E5-89C3833384ED}" type="presParOf" srcId="{CC8264E8-D15D-428B-87BD-FD3E66A10677}" destId="{B8265D5B-9C02-4710-A838-90EA25D71F37}" srcOrd="1" destOrd="0" presId="urn:microsoft.com/office/officeart/2018/2/layout/IconVerticalSolidList"/>
    <dgm:cxn modelId="{AD7F0946-CA37-4E6E-B3C5-4FE84D617E0E}" type="presParOf" srcId="{CC8264E8-D15D-428B-87BD-FD3E66A10677}" destId="{B0D03C66-EF68-42BC-BDB6-C3A211F671F7}" srcOrd="2" destOrd="0" presId="urn:microsoft.com/office/officeart/2018/2/layout/IconVerticalSolidList"/>
    <dgm:cxn modelId="{EEAA2AC0-996F-43B7-AFD5-8B1EC0CEAAD7}" type="presParOf" srcId="{CC8264E8-D15D-428B-87BD-FD3E66A10677}" destId="{D4445ECD-3C36-47A4-A3D0-6B914F25A999}" srcOrd="3" destOrd="0" presId="urn:microsoft.com/office/officeart/2018/2/layout/IconVerticalSolidList"/>
    <dgm:cxn modelId="{05033A55-E387-4631-AC18-BA1D43395907}" type="presParOf" srcId="{267FCC00-1A40-4076-B6D1-DDF67793FDD9}" destId="{61F2E0B5-C63A-4437-A2B2-AA5D0AF63A3F}" srcOrd="7" destOrd="0" presId="urn:microsoft.com/office/officeart/2018/2/layout/IconVerticalSolidList"/>
    <dgm:cxn modelId="{437F0FAB-C8AF-421D-9D20-B4542D476244}" type="presParOf" srcId="{267FCC00-1A40-4076-B6D1-DDF67793FDD9}" destId="{02F01DD5-0ADC-4E69-A898-D099420C6AC2}" srcOrd="8" destOrd="0" presId="urn:microsoft.com/office/officeart/2018/2/layout/IconVerticalSolidList"/>
    <dgm:cxn modelId="{B99BF423-22B9-40E4-90AA-EC0198BB1F20}" type="presParOf" srcId="{02F01DD5-0ADC-4E69-A898-D099420C6AC2}" destId="{2DAA1398-7DEE-4EE3-BAA5-A0C9B2ADFCD6}" srcOrd="0" destOrd="0" presId="urn:microsoft.com/office/officeart/2018/2/layout/IconVerticalSolidList"/>
    <dgm:cxn modelId="{B3C75616-2221-4CF7-854F-4A759B87C67B}" type="presParOf" srcId="{02F01DD5-0ADC-4E69-A898-D099420C6AC2}" destId="{878AAA64-57A0-4135-8AA8-349DAD88EFFD}" srcOrd="1" destOrd="0" presId="urn:microsoft.com/office/officeart/2018/2/layout/IconVerticalSolidList"/>
    <dgm:cxn modelId="{23E685CB-7827-43CD-A32D-A663DD334102}" type="presParOf" srcId="{02F01DD5-0ADC-4E69-A898-D099420C6AC2}" destId="{198EB9F6-FE53-43BE-941B-501A2AAD4F70}" srcOrd="2" destOrd="0" presId="urn:microsoft.com/office/officeart/2018/2/layout/IconVerticalSolidList"/>
    <dgm:cxn modelId="{3A13DF62-538C-4F84-A189-D517423B4ED1}" type="presParOf" srcId="{02F01DD5-0ADC-4E69-A898-D099420C6AC2}" destId="{862FBBF9-8B9F-45A7-907F-22928C95E9D3}" srcOrd="3" destOrd="0" presId="urn:microsoft.com/office/officeart/2018/2/layout/IconVerticalSolidList"/>
    <dgm:cxn modelId="{4E0C5CB8-432F-46CA-B4C5-FF36B6FC3F99}" type="presParOf" srcId="{02F01DD5-0ADC-4E69-A898-D099420C6AC2}" destId="{06CD9C97-F63D-4886-A00A-4969E08DEBB8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05604DE-0CA8-491D-9EFC-52F802890DA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2C16E7-9C9C-4360-AC8A-B0E6A00EF498}">
      <dgm:prSet/>
      <dgm:spPr/>
      <dgm:t>
        <a:bodyPr/>
        <a:lstStyle/>
        <a:p>
          <a:r>
            <a:rPr lang="en-US"/>
            <a:t>To store digital data, we need to allocate a location on a storage device. </a:t>
          </a:r>
        </a:p>
      </dgm:t>
    </dgm:pt>
    <dgm:pt modelId="{8E6C83B9-9887-4321-8787-5E78E2A55455}" type="parTrans" cxnId="{A2BADF34-99E5-42F0-AF6D-A3406891E702}">
      <dgm:prSet/>
      <dgm:spPr/>
      <dgm:t>
        <a:bodyPr/>
        <a:lstStyle/>
        <a:p>
          <a:endParaRPr lang="en-US"/>
        </a:p>
      </dgm:t>
    </dgm:pt>
    <dgm:pt modelId="{4A475076-82F6-40C8-B397-21757CFF567A}" type="sibTrans" cxnId="{A2BADF34-99E5-42F0-AF6D-A3406891E702}">
      <dgm:prSet/>
      <dgm:spPr/>
      <dgm:t>
        <a:bodyPr/>
        <a:lstStyle/>
        <a:p>
          <a:endParaRPr lang="en-US"/>
        </a:p>
      </dgm:t>
    </dgm:pt>
    <dgm:pt modelId="{E2BFD47D-C9D2-42B9-ACE3-8E3E8651EC0B}">
      <dgm:prSet/>
      <dgm:spPr/>
      <dgm:t>
        <a:bodyPr/>
        <a:lstStyle/>
        <a:p>
          <a:r>
            <a:rPr lang="en-US"/>
            <a:t>You can think of this like the paper forms where you need to enter each character in your name and address in little boxes. </a:t>
          </a:r>
        </a:p>
      </dgm:t>
    </dgm:pt>
    <dgm:pt modelId="{8221A686-D7A0-4B7A-959B-9C0BEDAC6CEE}" type="parTrans" cxnId="{A8C593BB-61FA-492F-AA23-AE736ABD2D63}">
      <dgm:prSet/>
      <dgm:spPr/>
      <dgm:t>
        <a:bodyPr/>
        <a:lstStyle/>
        <a:p>
          <a:endParaRPr lang="en-US"/>
        </a:p>
      </dgm:t>
    </dgm:pt>
    <dgm:pt modelId="{9DB09674-4FD4-4BAE-967D-04B65B99FD0D}" type="sibTrans" cxnId="{A8C593BB-61FA-492F-AA23-AE736ABD2D63}">
      <dgm:prSet/>
      <dgm:spPr/>
      <dgm:t>
        <a:bodyPr/>
        <a:lstStyle/>
        <a:p>
          <a:endParaRPr lang="en-US"/>
        </a:p>
      </dgm:t>
    </dgm:pt>
    <dgm:pt modelId="{F5A51A9B-CFD1-48F0-8D2B-8FD6EDA7CD6D}">
      <dgm:prSet/>
      <dgm:spPr/>
      <dgm:t>
        <a:bodyPr/>
        <a:lstStyle/>
        <a:p>
          <a:r>
            <a:rPr lang="en-US"/>
            <a:t>The name and address fields have allocated space on the page for the characters in your name. </a:t>
          </a:r>
        </a:p>
      </dgm:t>
    </dgm:pt>
    <dgm:pt modelId="{6491CF51-F0D0-4D5F-8428-F175622EA849}" type="parTrans" cxnId="{6908709C-E6D0-422A-A89A-D75A035C4E58}">
      <dgm:prSet/>
      <dgm:spPr/>
      <dgm:t>
        <a:bodyPr/>
        <a:lstStyle/>
        <a:p>
          <a:endParaRPr lang="en-US"/>
        </a:p>
      </dgm:t>
    </dgm:pt>
    <dgm:pt modelId="{EC21DD59-04F5-4974-A3AD-459BA752E6B7}" type="sibTrans" cxnId="{6908709C-E6D0-422A-A89A-D75A035C4E58}">
      <dgm:prSet/>
      <dgm:spPr/>
      <dgm:t>
        <a:bodyPr/>
        <a:lstStyle/>
        <a:p>
          <a:endParaRPr lang="en-US"/>
        </a:p>
      </dgm:t>
    </dgm:pt>
    <dgm:pt modelId="{DF03ED31-D1BA-4E7F-9C53-929FE844E24C}">
      <dgm:prSet/>
      <dgm:spPr/>
      <dgm:t>
        <a:bodyPr/>
        <a:lstStyle/>
        <a:p>
          <a:r>
            <a:rPr lang="en-US"/>
            <a:t>With digital data, bytes on a disk or in memory are allocated for the bytes in a specific value</a:t>
          </a:r>
        </a:p>
      </dgm:t>
    </dgm:pt>
    <dgm:pt modelId="{26084B90-EAF1-4EE8-A50E-AD37AE459F80}" type="parTrans" cxnId="{48339949-C917-4972-8F78-41C44A5056CC}">
      <dgm:prSet/>
      <dgm:spPr/>
      <dgm:t>
        <a:bodyPr/>
        <a:lstStyle/>
        <a:p>
          <a:endParaRPr lang="en-US"/>
        </a:p>
      </dgm:t>
    </dgm:pt>
    <dgm:pt modelId="{4821D56F-5A78-4C71-A785-3BEEE49951A3}" type="sibTrans" cxnId="{48339949-C917-4972-8F78-41C44A5056CC}">
      <dgm:prSet/>
      <dgm:spPr/>
      <dgm:t>
        <a:bodyPr/>
        <a:lstStyle/>
        <a:p>
          <a:endParaRPr lang="en-US"/>
        </a:p>
      </dgm:t>
    </dgm:pt>
    <dgm:pt modelId="{41121ECA-F624-F544-BD09-3512EF0B661E}" type="pres">
      <dgm:prSet presAssocID="{805604DE-0CA8-491D-9EFC-52F802890DA5}" presName="vert0" presStyleCnt="0">
        <dgm:presLayoutVars>
          <dgm:dir/>
          <dgm:animOne val="branch"/>
          <dgm:animLvl val="lvl"/>
        </dgm:presLayoutVars>
      </dgm:prSet>
      <dgm:spPr/>
    </dgm:pt>
    <dgm:pt modelId="{7D21A357-0113-8E46-A8E6-0A4351AA8473}" type="pres">
      <dgm:prSet presAssocID="{6A2C16E7-9C9C-4360-AC8A-B0E6A00EF498}" presName="thickLine" presStyleLbl="alignNode1" presStyleIdx="0" presStyleCnt="4"/>
      <dgm:spPr/>
    </dgm:pt>
    <dgm:pt modelId="{926D18AF-AFE8-A84D-B1EF-188CA54FB3A0}" type="pres">
      <dgm:prSet presAssocID="{6A2C16E7-9C9C-4360-AC8A-B0E6A00EF498}" presName="horz1" presStyleCnt="0"/>
      <dgm:spPr/>
    </dgm:pt>
    <dgm:pt modelId="{A39552F9-D0FF-2947-B687-C1EB3015F068}" type="pres">
      <dgm:prSet presAssocID="{6A2C16E7-9C9C-4360-AC8A-B0E6A00EF498}" presName="tx1" presStyleLbl="revTx" presStyleIdx="0" presStyleCnt="4"/>
      <dgm:spPr/>
    </dgm:pt>
    <dgm:pt modelId="{7D10829D-3ACF-9B4B-A6F8-A120ADB8C557}" type="pres">
      <dgm:prSet presAssocID="{6A2C16E7-9C9C-4360-AC8A-B0E6A00EF498}" presName="vert1" presStyleCnt="0"/>
      <dgm:spPr/>
    </dgm:pt>
    <dgm:pt modelId="{49009C44-CA69-8B45-97EE-1AAFBAE48BE3}" type="pres">
      <dgm:prSet presAssocID="{E2BFD47D-C9D2-42B9-ACE3-8E3E8651EC0B}" presName="thickLine" presStyleLbl="alignNode1" presStyleIdx="1" presStyleCnt="4"/>
      <dgm:spPr/>
    </dgm:pt>
    <dgm:pt modelId="{FA0FB6EC-CADC-AA4F-927F-760A150643C9}" type="pres">
      <dgm:prSet presAssocID="{E2BFD47D-C9D2-42B9-ACE3-8E3E8651EC0B}" presName="horz1" presStyleCnt="0"/>
      <dgm:spPr/>
    </dgm:pt>
    <dgm:pt modelId="{C0DB9E60-4DE6-6645-9216-D6975F10E2AD}" type="pres">
      <dgm:prSet presAssocID="{E2BFD47D-C9D2-42B9-ACE3-8E3E8651EC0B}" presName="tx1" presStyleLbl="revTx" presStyleIdx="1" presStyleCnt="4"/>
      <dgm:spPr/>
    </dgm:pt>
    <dgm:pt modelId="{8942A4C9-A664-BE46-A994-9E18FD278A67}" type="pres">
      <dgm:prSet presAssocID="{E2BFD47D-C9D2-42B9-ACE3-8E3E8651EC0B}" presName="vert1" presStyleCnt="0"/>
      <dgm:spPr/>
    </dgm:pt>
    <dgm:pt modelId="{15CC1F5C-176E-AB4D-A5A6-93613482DD76}" type="pres">
      <dgm:prSet presAssocID="{F5A51A9B-CFD1-48F0-8D2B-8FD6EDA7CD6D}" presName="thickLine" presStyleLbl="alignNode1" presStyleIdx="2" presStyleCnt="4"/>
      <dgm:spPr/>
    </dgm:pt>
    <dgm:pt modelId="{E3B9149A-3F1D-BA48-9CB8-146E6431C09B}" type="pres">
      <dgm:prSet presAssocID="{F5A51A9B-CFD1-48F0-8D2B-8FD6EDA7CD6D}" presName="horz1" presStyleCnt="0"/>
      <dgm:spPr/>
    </dgm:pt>
    <dgm:pt modelId="{AFD8FB56-5295-4B4A-A153-8221C2973524}" type="pres">
      <dgm:prSet presAssocID="{F5A51A9B-CFD1-48F0-8D2B-8FD6EDA7CD6D}" presName="tx1" presStyleLbl="revTx" presStyleIdx="2" presStyleCnt="4"/>
      <dgm:spPr/>
    </dgm:pt>
    <dgm:pt modelId="{E26500FB-CE39-B84D-9DA5-FD6BD4E92F24}" type="pres">
      <dgm:prSet presAssocID="{F5A51A9B-CFD1-48F0-8D2B-8FD6EDA7CD6D}" presName="vert1" presStyleCnt="0"/>
      <dgm:spPr/>
    </dgm:pt>
    <dgm:pt modelId="{D27BDFE6-C400-B840-9FC5-E2570D78F435}" type="pres">
      <dgm:prSet presAssocID="{DF03ED31-D1BA-4E7F-9C53-929FE844E24C}" presName="thickLine" presStyleLbl="alignNode1" presStyleIdx="3" presStyleCnt="4"/>
      <dgm:spPr/>
    </dgm:pt>
    <dgm:pt modelId="{6B803621-AB81-504B-B466-A111FA5A21F4}" type="pres">
      <dgm:prSet presAssocID="{DF03ED31-D1BA-4E7F-9C53-929FE844E24C}" presName="horz1" presStyleCnt="0"/>
      <dgm:spPr/>
    </dgm:pt>
    <dgm:pt modelId="{F5908ED7-C1AD-3544-A1C9-2D63CD2CF699}" type="pres">
      <dgm:prSet presAssocID="{DF03ED31-D1BA-4E7F-9C53-929FE844E24C}" presName="tx1" presStyleLbl="revTx" presStyleIdx="3" presStyleCnt="4"/>
      <dgm:spPr/>
    </dgm:pt>
    <dgm:pt modelId="{3440C8F1-1EB2-EA41-A1F4-916EEBFDE530}" type="pres">
      <dgm:prSet presAssocID="{DF03ED31-D1BA-4E7F-9C53-929FE844E24C}" presName="vert1" presStyleCnt="0"/>
      <dgm:spPr/>
    </dgm:pt>
  </dgm:ptLst>
  <dgm:cxnLst>
    <dgm:cxn modelId="{57D8F01F-9BE5-5F4F-99DC-A2CFD7859AB0}" type="presOf" srcId="{E2BFD47D-C9D2-42B9-ACE3-8E3E8651EC0B}" destId="{C0DB9E60-4DE6-6645-9216-D6975F10E2AD}" srcOrd="0" destOrd="0" presId="urn:microsoft.com/office/officeart/2008/layout/LinedList"/>
    <dgm:cxn modelId="{D4FCF027-B2D5-EB4C-A108-FE16AEBF2482}" type="presOf" srcId="{DF03ED31-D1BA-4E7F-9C53-929FE844E24C}" destId="{F5908ED7-C1AD-3544-A1C9-2D63CD2CF699}" srcOrd="0" destOrd="0" presId="urn:microsoft.com/office/officeart/2008/layout/LinedList"/>
    <dgm:cxn modelId="{A2BADF34-99E5-42F0-AF6D-A3406891E702}" srcId="{805604DE-0CA8-491D-9EFC-52F802890DA5}" destId="{6A2C16E7-9C9C-4360-AC8A-B0E6A00EF498}" srcOrd="0" destOrd="0" parTransId="{8E6C83B9-9887-4321-8787-5E78E2A55455}" sibTransId="{4A475076-82F6-40C8-B397-21757CFF567A}"/>
    <dgm:cxn modelId="{48339949-C917-4972-8F78-41C44A5056CC}" srcId="{805604DE-0CA8-491D-9EFC-52F802890DA5}" destId="{DF03ED31-D1BA-4E7F-9C53-929FE844E24C}" srcOrd="3" destOrd="0" parTransId="{26084B90-EAF1-4EE8-A50E-AD37AE459F80}" sibTransId="{4821D56F-5A78-4C71-A785-3BEEE49951A3}"/>
    <dgm:cxn modelId="{6908709C-E6D0-422A-A89A-D75A035C4E58}" srcId="{805604DE-0CA8-491D-9EFC-52F802890DA5}" destId="{F5A51A9B-CFD1-48F0-8D2B-8FD6EDA7CD6D}" srcOrd="2" destOrd="0" parTransId="{6491CF51-F0D0-4D5F-8428-F175622EA849}" sibTransId="{EC21DD59-04F5-4974-A3AD-459BA752E6B7}"/>
    <dgm:cxn modelId="{77CD25A0-6132-F244-B31D-1370D51DF113}" type="presOf" srcId="{F5A51A9B-CFD1-48F0-8D2B-8FD6EDA7CD6D}" destId="{AFD8FB56-5295-4B4A-A153-8221C2973524}" srcOrd="0" destOrd="0" presId="urn:microsoft.com/office/officeart/2008/layout/LinedList"/>
    <dgm:cxn modelId="{A8C593BB-61FA-492F-AA23-AE736ABD2D63}" srcId="{805604DE-0CA8-491D-9EFC-52F802890DA5}" destId="{E2BFD47D-C9D2-42B9-ACE3-8E3E8651EC0B}" srcOrd="1" destOrd="0" parTransId="{8221A686-D7A0-4B7A-959B-9C0BEDAC6CEE}" sibTransId="{9DB09674-4FD4-4BAE-967D-04B65B99FD0D}"/>
    <dgm:cxn modelId="{72B925E7-7349-214E-B4F9-41DEE2F058FF}" type="presOf" srcId="{805604DE-0CA8-491D-9EFC-52F802890DA5}" destId="{41121ECA-F624-F544-BD09-3512EF0B661E}" srcOrd="0" destOrd="0" presId="urn:microsoft.com/office/officeart/2008/layout/LinedList"/>
    <dgm:cxn modelId="{DA72BDFA-77BD-D244-8BAE-F812B4DC8BDE}" type="presOf" srcId="{6A2C16E7-9C9C-4360-AC8A-B0E6A00EF498}" destId="{A39552F9-D0FF-2947-B687-C1EB3015F068}" srcOrd="0" destOrd="0" presId="urn:microsoft.com/office/officeart/2008/layout/LinedList"/>
    <dgm:cxn modelId="{5A945B49-0C5C-324C-A71C-21615EA613AC}" type="presParOf" srcId="{41121ECA-F624-F544-BD09-3512EF0B661E}" destId="{7D21A357-0113-8E46-A8E6-0A4351AA8473}" srcOrd="0" destOrd="0" presId="urn:microsoft.com/office/officeart/2008/layout/LinedList"/>
    <dgm:cxn modelId="{3C7E8281-5689-9C4D-A14B-446929C433AA}" type="presParOf" srcId="{41121ECA-F624-F544-BD09-3512EF0B661E}" destId="{926D18AF-AFE8-A84D-B1EF-188CA54FB3A0}" srcOrd="1" destOrd="0" presId="urn:microsoft.com/office/officeart/2008/layout/LinedList"/>
    <dgm:cxn modelId="{C029720D-4C2F-9241-9FF0-8793BAABFDDD}" type="presParOf" srcId="{926D18AF-AFE8-A84D-B1EF-188CA54FB3A0}" destId="{A39552F9-D0FF-2947-B687-C1EB3015F068}" srcOrd="0" destOrd="0" presId="urn:microsoft.com/office/officeart/2008/layout/LinedList"/>
    <dgm:cxn modelId="{AA45B232-19FC-0847-9CB5-BDC643E22158}" type="presParOf" srcId="{926D18AF-AFE8-A84D-B1EF-188CA54FB3A0}" destId="{7D10829D-3ACF-9B4B-A6F8-A120ADB8C557}" srcOrd="1" destOrd="0" presId="urn:microsoft.com/office/officeart/2008/layout/LinedList"/>
    <dgm:cxn modelId="{A96A4110-6D2A-0E4E-8991-4654605DA8FF}" type="presParOf" srcId="{41121ECA-F624-F544-BD09-3512EF0B661E}" destId="{49009C44-CA69-8B45-97EE-1AAFBAE48BE3}" srcOrd="2" destOrd="0" presId="urn:microsoft.com/office/officeart/2008/layout/LinedList"/>
    <dgm:cxn modelId="{75FA087F-989F-154C-ACDA-805CBF62AB06}" type="presParOf" srcId="{41121ECA-F624-F544-BD09-3512EF0B661E}" destId="{FA0FB6EC-CADC-AA4F-927F-760A150643C9}" srcOrd="3" destOrd="0" presId="urn:microsoft.com/office/officeart/2008/layout/LinedList"/>
    <dgm:cxn modelId="{CFE0C0DB-A5BD-ED4A-9222-942EF9319F8D}" type="presParOf" srcId="{FA0FB6EC-CADC-AA4F-927F-760A150643C9}" destId="{C0DB9E60-4DE6-6645-9216-D6975F10E2AD}" srcOrd="0" destOrd="0" presId="urn:microsoft.com/office/officeart/2008/layout/LinedList"/>
    <dgm:cxn modelId="{04A3E154-6727-6C43-9961-4A5B841B3BF4}" type="presParOf" srcId="{FA0FB6EC-CADC-AA4F-927F-760A150643C9}" destId="{8942A4C9-A664-BE46-A994-9E18FD278A67}" srcOrd="1" destOrd="0" presId="urn:microsoft.com/office/officeart/2008/layout/LinedList"/>
    <dgm:cxn modelId="{994F2336-2F7A-024C-B56E-6A5964261C96}" type="presParOf" srcId="{41121ECA-F624-F544-BD09-3512EF0B661E}" destId="{15CC1F5C-176E-AB4D-A5A6-93613482DD76}" srcOrd="4" destOrd="0" presId="urn:microsoft.com/office/officeart/2008/layout/LinedList"/>
    <dgm:cxn modelId="{8536FF3F-480D-1B41-8549-E0E7E017E524}" type="presParOf" srcId="{41121ECA-F624-F544-BD09-3512EF0B661E}" destId="{E3B9149A-3F1D-BA48-9CB8-146E6431C09B}" srcOrd="5" destOrd="0" presId="urn:microsoft.com/office/officeart/2008/layout/LinedList"/>
    <dgm:cxn modelId="{168E052E-04A1-6C4F-9E27-87146FBD12C2}" type="presParOf" srcId="{E3B9149A-3F1D-BA48-9CB8-146E6431C09B}" destId="{AFD8FB56-5295-4B4A-A153-8221C2973524}" srcOrd="0" destOrd="0" presId="urn:microsoft.com/office/officeart/2008/layout/LinedList"/>
    <dgm:cxn modelId="{D13860E7-1696-3644-A304-1DEF9F9B02B8}" type="presParOf" srcId="{E3B9149A-3F1D-BA48-9CB8-146E6431C09B}" destId="{E26500FB-CE39-B84D-9DA5-FD6BD4E92F24}" srcOrd="1" destOrd="0" presId="urn:microsoft.com/office/officeart/2008/layout/LinedList"/>
    <dgm:cxn modelId="{E3C5202C-74BC-E541-B41C-E666D2325179}" type="presParOf" srcId="{41121ECA-F624-F544-BD09-3512EF0B661E}" destId="{D27BDFE6-C400-B840-9FC5-E2570D78F435}" srcOrd="6" destOrd="0" presId="urn:microsoft.com/office/officeart/2008/layout/LinedList"/>
    <dgm:cxn modelId="{1A63A4D6-5117-5F49-B791-76B065AD8963}" type="presParOf" srcId="{41121ECA-F624-F544-BD09-3512EF0B661E}" destId="{6B803621-AB81-504B-B466-A111FA5A21F4}" srcOrd="7" destOrd="0" presId="urn:microsoft.com/office/officeart/2008/layout/LinedList"/>
    <dgm:cxn modelId="{E7E476DE-1A8B-A74A-9DFA-CD349C3CBD12}" type="presParOf" srcId="{6B803621-AB81-504B-B466-A111FA5A21F4}" destId="{F5908ED7-C1AD-3544-A1C9-2D63CD2CF699}" srcOrd="0" destOrd="0" presId="urn:microsoft.com/office/officeart/2008/layout/LinedList"/>
    <dgm:cxn modelId="{19ACBA5A-9638-C94B-9E73-282DAAA0BD62}" type="presParOf" srcId="{6B803621-AB81-504B-B466-A111FA5A21F4}" destId="{3440C8F1-1EB2-EA41-A1F4-916EEBFDE5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8F216F5-DEB1-46F2-9EB2-B09C5A17156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7F81D9-CED9-4E5C-AE65-3C41A34683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IA32-based systems (i.e., Intel Pentium) and their 64-bit counterparts use the little-endian ordering, so we need to "rearrange" the bytes if we want the most significant byte to be the left-most number. </a:t>
          </a:r>
        </a:p>
      </dgm:t>
    </dgm:pt>
    <dgm:pt modelId="{578D6169-FE23-4623-B235-9D44BF2D6E46}" type="parTrans" cxnId="{EA876CA0-4C1C-4E55-A9C4-447DD92A1191}">
      <dgm:prSet/>
      <dgm:spPr/>
      <dgm:t>
        <a:bodyPr/>
        <a:lstStyle/>
        <a:p>
          <a:endParaRPr lang="en-US"/>
        </a:p>
      </dgm:t>
    </dgm:pt>
    <dgm:pt modelId="{F468AF59-BD64-41D9-8E6F-4424D8062D8A}" type="sibTrans" cxnId="{EA876CA0-4C1C-4E55-A9C4-447DD92A1191}">
      <dgm:prSet/>
      <dgm:spPr/>
      <dgm:t>
        <a:bodyPr/>
        <a:lstStyle/>
        <a:p>
          <a:endParaRPr lang="en-US"/>
        </a:p>
      </dgm:t>
    </dgm:pt>
    <dgm:pt modelId="{A3091FEE-E000-43A7-8E28-5EB4BC74A2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Sun SPARC and Motorola PowerPC (i.e., Apple computers) systems use big-endian ordering.</a:t>
          </a:r>
        </a:p>
      </dgm:t>
    </dgm:pt>
    <dgm:pt modelId="{556C7E83-88C3-4F33-95F0-00CB52D6607B}" type="parTrans" cxnId="{DA209118-9EDF-4B43-8C38-B0D8091971B7}">
      <dgm:prSet/>
      <dgm:spPr/>
      <dgm:t>
        <a:bodyPr/>
        <a:lstStyle/>
        <a:p>
          <a:endParaRPr lang="en-US"/>
        </a:p>
      </dgm:t>
    </dgm:pt>
    <dgm:pt modelId="{529E6DEB-0B64-45F7-BDDE-472BCD5257E4}" type="sibTrans" cxnId="{DA209118-9EDF-4B43-8C38-B0D8091971B7}">
      <dgm:prSet/>
      <dgm:spPr/>
      <dgm:t>
        <a:bodyPr/>
        <a:lstStyle/>
        <a:p>
          <a:endParaRPr lang="en-US"/>
        </a:p>
      </dgm:t>
    </dgm:pt>
    <dgm:pt modelId="{18EAC81B-F73A-469B-9234-C4F073C181E8}" type="pres">
      <dgm:prSet presAssocID="{28F216F5-DEB1-46F2-9EB2-B09C5A17156A}" presName="root" presStyleCnt="0">
        <dgm:presLayoutVars>
          <dgm:dir/>
          <dgm:resizeHandles val="exact"/>
        </dgm:presLayoutVars>
      </dgm:prSet>
      <dgm:spPr/>
    </dgm:pt>
    <dgm:pt modelId="{C2FB9F35-EB7C-4DDB-A2A2-BCD50A0428BA}" type="pres">
      <dgm:prSet presAssocID="{4B7F81D9-CED9-4E5C-AE65-3C41A346839B}" presName="compNode" presStyleCnt="0"/>
      <dgm:spPr/>
    </dgm:pt>
    <dgm:pt modelId="{F5E32FC8-866E-47A5-B6C1-B64129F2F0C0}" type="pres">
      <dgm:prSet presAssocID="{4B7F81D9-CED9-4E5C-AE65-3C41A346839B}" presName="bgRect" presStyleLbl="bgShp" presStyleIdx="0" presStyleCnt="2"/>
      <dgm:spPr/>
    </dgm:pt>
    <dgm:pt modelId="{364E8DFA-7DAF-4CCF-9068-87EDC74DAD3D}" type="pres">
      <dgm:prSet presAssocID="{4B7F81D9-CED9-4E5C-AE65-3C41A346839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77B2B89-480F-4368-99C4-B014A735AE5B}" type="pres">
      <dgm:prSet presAssocID="{4B7F81D9-CED9-4E5C-AE65-3C41A346839B}" presName="spaceRect" presStyleCnt="0"/>
      <dgm:spPr/>
    </dgm:pt>
    <dgm:pt modelId="{11EACCF8-094B-4EF4-9929-64417D110AE7}" type="pres">
      <dgm:prSet presAssocID="{4B7F81D9-CED9-4E5C-AE65-3C41A346839B}" presName="parTx" presStyleLbl="revTx" presStyleIdx="0" presStyleCnt="2">
        <dgm:presLayoutVars>
          <dgm:chMax val="0"/>
          <dgm:chPref val="0"/>
        </dgm:presLayoutVars>
      </dgm:prSet>
      <dgm:spPr/>
    </dgm:pt>
    <dgm:pt modelId="{E5DEDC55-15D8-4619-BF7C-E6A3EE02C2AD}" type="pres">
      <dgm:prSet presAssocID="{F468AF59-BD64-41D9-8E6F-4424D8062D8A}" presName="sibTrans" presStyleCnt="0"/>
      <dgm:spPr/>
    </dgm:pt>
    <dgm:pt modelId="{C1358ED4-9969-4637-8E3C-AA7164BF49CC}" type="pres">
      <dgm:prSet presAssocID="{A3091FEE-E000-43A7-8E28-5EB4BC74A2CB}" presName="compNode" presStyleCnt="0"/>
      <dgm:spPr/>
    </dgm:pt>
    <dgm:pt modelId="{F2C4ED45-FB9B-42D6-B221-94CA7D9D2A21}" type="pres">
      <dgm:prSet presAssocID="{A3091FEE-E000-43A7-8E28-5EB4BC74A2CB}" presName="bgRect" presStyleLbl="bgShp" presStyleIdx="1" presStyleCnt="2"/>
      <dgm:spPr/>
    </dgm:pt>
    <dgm:pt modelId="{0201EE61-5CD2-4187-8085-B72E0C29EA1A}" type="pres">
      <dgm:prSet presAssocID="{A3091FEE-E000-43A7-8E28-5EB4BC74A2C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FE5A863-9E58-4C70-867B-21ACF9DB160B}" type="pres">
      <dgm:prSet presAssocID="{A3091FEE-E000-43A7-8E28-5EB4BC74A2CB}" presName="spaceRect" presStyleCnt="0"/>
      <dgm:spPr/>
    </dgm:pt>
    <dgm:pt modelId="{2CD22113-1A8B-46B5-A24B-4B27ED7F6D33}" type="pres">
      <dgm:prSet presAssocID="{A3091FEE-E000-43A7-8E28-5EB4BC74A2C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76EFB04-C78D-4097-9051-372AE2DA5C2C}" type="presOf" srcId="{4B7F81D9-CED9-4E5C-AE65-3C41A346839B}" destId="{11EACCF8-094B-4EF4-9929-64417D110AE7}" srcOrd="0" destOrd="0" presId="urn:microsoft.com/office/officeart/2018/2/layout/IconVerticalSolidList"/>
    <dgm:cxn modelId="{DA209118-9EDF-4B43-8C38-B0D8091971B7}" srcId="{28F216F5-DEB1-46F2-9EB2-B09C5A17156A}" destId="{A3091FEE-E000-43A7-8E28-5EB4BC74A2CB}" srcOrd="1" destOrd="0" parTransId="{556C7E83-88C3-4F33-95F0-00CB52D6607B}" sibTransId="{529E6DEB-0B64-45F7-BDDE-472BCD5257E4}"/>
    <dgm:cxn modelId="{C6BEAC70-B17D-42CD-9171-7F16F7279B7E}" type="presOf" srcId="{28F216F5-DEB1-46F2-9EB2-B09C5A17156A}" destId="{18EAC81B-F73A-469B-9234-C4F073C181E8}" srcOrd="0" destOrd="0" presId="urn:microsoft.com/office/officeart/2018/2/layout/IconVerticalSolidList"/>
    <dgm:cxn modelId="{EA876CA0-4C1C-4E55-A9C4-447DD92A1191}" srcId="{28F216F5-DEB1-46F2-9EB2-B09C5A17156A}" destId="{4B7F81D9-CED9-4E5C-AE65-3C41A346839B}" srcOrd="0" destOrd="0" parTransId="{578D6169-FE23-4623-B235-9D44BF2D6E46}" sibTransId="{F468AF59-BD64-41D9-8E6F-4424D8062D8A}"/>
    <dgm:cxn modelId="{B76F2EC6-4670-4EBC-BDD1-B8C4F324A5AA}" type="presOf" srcId="{A3091FEE-E000-43A7-8E28-5EB4BC74A2CB}" destId="{2CD22113-1A8B-46B5-A24B-4B27ED7F6D33}" srcOrd="0" destOrd="0" presId="urn:microsoft.com/office/officeart/2018/2/layout/IconVerticalSolidList"/>
    <dgm:cxn modelId="{8E708A78-0369-49E1-894D-5FCCF7522C2E}" type="presParOf" srcId="{18EAC81B-F73A-469B-9234-C4F073C181E8}" destId="{C2FB9F35-EB7C-4DDB-A2A2-BCD50A0428BA}" srcOrd="0" destOrd="0" presId="urn:microsoft.com/office/officeart/2018/2/layout/IconVerticalSolidList"/>
    <dgm:cxn modelId="{0CD8696F-8886-41F4-9627-55D597BFE890}" type="presParOf" srcId="{C2FB9F35-EB7C-4DDB-A2A2-BCD50A0428BA}" destId="{F5E32FC8-866E-47A5-B6C1-B64129F2F0C0}" srcOrd="0" destOrd="0" presId="urn:microsoft.com/office/officeart/2018/2/layout/IconVerticalSolidList"/>
    <dgm:cxn modelId="{3361DA38-C3BD-4277-B92E-1BF0B1948DD3}" type="presParOf" srcId="{C2FB9F35-EB7C-4DDB-A2A2-BCD50A0428BA}" destId="{364E8DFA-7DAF-4CCF-9068-87EDC74DAD3D}" srcOrd="1" destOrd="0" presId="urn:microsoft.com/office/officeart/2018/2/layout/IconVerticalSolidList"/>
    <dgm:cxn modelId="{FBFB68CE-80FA-4CD4-BCDA-1A002F8AF220}" type="presParOf" srcId="{C2FB9F35-EB7C-4DDB-A2A2-BCD50A0428BA}" destId="{277B2B89-480F-4368-99C4-B014A735AE5B}" srcOrd="2" destOrd="0" presId="urn:microsoft.com/office/officeart/2018/2/layout/IconVerticalSolidList"/>
    <dgm:cxn modelId="{CB1D66AD-DB1B-4F31-8C39-F2EA20562180}" type="presParOf" srcId="{C2FB9F35-EB7C-4DDB-A2A2-BCD50A0428BA}" destId="{11EACCF8-094B-4EF4-9929-64417D110AE7}" srcOrd="3" destOrd="0" presId="urn:microsoft.com/office/officeart/2018/2/layout/IconVerticalSolidList"/>
    <dgm:cxn modelId="{24DB8DFF-E4D7-4AE8-810A-A09B6FA9DA2F}" type="presParOf" srcId="{18EAC81B-F73A-469B-9234-C4F073C181E8}" destId="{E5DEDC55-15D8-4619-BF7C-E6A3EE02C2AD}" srcOrd="1" destOrd="0" presId="urn:microsoft.com/office/officeart/2018/2/layout/IconVerticalSolidList"/>
    <dgm:cxn modelId="{5CCD31C1-1598-47B1-8592-6C13F9FF8D3F}" type="presParOf" srcId="{18EAC81B-F73A-469B-9234-C4F073C181E8}" destId="{C1358ED4-9969-4637-8E3C-AA7164BF49CC}" srcOrd="2" destOrd="0" presId="urn:microsoft.com/office/officeart/2018/2/layout/IconVerticalSolidList"/>
    <dgm:cxn modelId="{CEF7CC26-2C91-4241-B447-AE2A6E1E0128}" type="presParOf" srcId="{C1358ED4-9969-4637-8E3C-AA7164BF49CC}" destId="{F2C4ED45-FB9B-42D6-B221-94CA7D9D2A21}" srcOrd="0" destOrd="0" presId="urn:microsoft.com/office/officeart/2018/2/layout/IconVerticalSolidList"/>
    <dgm:cxn modelId="{48AC6766-82F7-4932-B52D-6EBC0E5968A2}" type="presParOf" srcId="{C1358ED4-9969-4637-8E3C-AA7164BF49CC}" destId="{0201EE61-5CD2-4187-8085-B72E0C29EA1A}" srcOrd="1" destOrd="0" presId="urn:microsoft.com/office/officeart/2018/2/layout/IconVerticalSolidList"/>
    <dgm:cxn modelId="{FDC7C144-EEB6-45FF-A26B-9D6528BD2240}" type="presParOf" srcId="{C1358ED4-9969-4637-8E3C-AA7164BF49CC}" destId="{1FE5A863-9E58-4C70-867B-21ACF9DB160B}" srcOrd="2" destOrd="0" presId="urn:microsoft.com/office/officeart/2018/2/layout/IconVerticalSolidList"/>
    <dgm:cxn modelId="{0A0C0431-9B7E-4924-934B-91C717E8AECB}" type="presParOf" srcId="{C1358ED4-9969-4637-8E3C-AA7164BF49CC}" destId="{2CD22113-1A8B-46B5-A24B-4B27ED7F6D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66D4FB8-D747-4D3D-B760-6E16F3BB067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E062CA-5CD1-40AA-AC5B-BB6D4EE8E0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must now consider how it stores letters and sentences.</a:t>
          </a:r>
        </a:p>
      </dgm:t>
    </dgm:pt>
    <dgm:pt modelId="{38AC4FE4-EE44-44D0-AD80-60555B047359}" type="parTrans" cxnId="{E25CB1A0-927C-4D75-B06C-A0257BFC01FC}">
      <dgm:prSet/>
      <dgm:spPr/>
      <dgm:t>
        <a:bodyPr/>
        <a:lstStyle/>
        <a:p>
          <a:endParaRPr lang="en-US"/>
        </a:p>
      </dgm:t>
    </dgm:pt>
    <dgm:pt modelId="{EAD510F5-9035-4370-A072-D21E2BC53662}" type="sibTrans" cxnId="{E25CB1A0-927C-4D75-B06C-A0257BFC01FC}">
      <dgm:prSet/>
      <dgm:spPr/>
      <dgm:t>
        <a:bodyPr/>
        <a:lstStyle/>
        <a:p>
          <a:endParaRPr lang="en-US"/>
        </a:p>
      </dgm:t>
    </dgm:pt>
    <dgm:pt modelId="{FA9ED7D7-4B05-4D38-9D79-47DEF0E0D4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most common technique is to encode the characters using ASCII or Unicode. </a:t>
          </a:r>
        </a:p>
      </dgm:t>
    </dgm:pt>
    <dgm:pt modelId="{8A56274A-E45A-479F-803D-DC79D18152AD}" type="parTrans" cxnId="{2A56AC87-319A-4824-8AA9-967C04C84B59}">
      <dgm:prSet/>
      <dgm:spPr/>
      <dgm:t>
        <a:bodyPr/>
        <a:lstStyle/>
        <a:p>
          <a:endParaRPr lang="en-US"/>
        </a:p>
      </dgm:t>
    </dgm:pt>
    <dgm:pt modelId="{9F91EFCD-FE17-44A0-9719-F72EC5D99581}" type="sibTrans" cxnId="{2A56AC87-319A-4824-8AA9-967C04C84B59}">
      <dgm:prSet/>
      <dgm:spPr/>
      <dgm:t>
        <a:bodyPr/>
        <a:lstStyle/>
        <a:p>
          <a:endParaRPr lang="en-US"/>
        </a:p>
      </dgm:t>
    </dgm:pt>
    <dgm:pt modelId="{13261642-0FD8-463A-A1EE-69A7C6E504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ASCII assigns a numerical value to the characters in American English. </a:t>
          </a:r>
        </a:p>
      </dgm:t>
    </dgm:pt>
    <dgm:pt modelId="{92089232-C452-46EF-A05D-93F61303F5B5}" type="parTrans" cxnId="{A1309C56-5A51-449D-BE88-B8A027D47D61}">
      <dgm:prSet/>
      <dgm:spPr/>
      <dgm:t>
        <a:bodyPr/>
        <a:lstStyle/>
        <a:p>
          <a:endParaRPr lang="en-US"/>
        </a:p>
      </dgm:t>
    </dgm:pt>
    <dgm:pt modelId="{9ED5ADD9-5EEF-4AE4-ABC4-B5BB7FFA70F3}" type="sibTrans" cxnId="{A1309C56-5A51-449D-BE88-B8A027D47D61}">
      <dgm:prSet/>
      <dgm:spPr/>
      <dgm:t>
        <a:bodyPr/>
        <a:lstStyle/>
        <a:p>
          <a:endParaRPr lang="en-US"/>
        </a:p>
      </dgm:t>
    </dgm:pt>
    <dgm:pt modelId="{BCF78C8B-AD0D-47E6-9087-A0ECA6B1A7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example, the letter 'A' is equal to 0x41, and '&amp;' is equal to 0x26. </a:t>
          </a:r>
        </a:p>
      </dgm:t>
    </dgm:pt>
    <dgm:pt modelId="{30014807-50B1-4A79-BA9B-E2FB1574F464}" type="parTrans" cxnId="{6E02CFC0-3C77-4D30-98BA-E9946C811A2F}">
      <dgm:prSet/>
      <dgm:spPr/>
      <dgm:t>
        <a:bodyPr/>
        <a:lstStyle/>
        <a:p>
          <a:endParaRPr lang="en-US"/>
        </a:p>
      </dgm:t>
    </dgm:pt>
    <dgm:pt modelId="{1325DD5C-F457-4A8E-9242-60A2040D9352}" type="sibTrans" cxnId="{6E02CFC0-3C77-4D30-98BA-E9946C811A2F}">
      <dgm:prSet/>
      <dgm:spPr/>
      <dgm:t>
        <a:bodyPr/>
        <a:lstStyle/>
        <a:p>
          <a:endParaRPr lang="en-US"/>
        </a:p>
      </dgm:t>
    </dgm:pt>
    <dgm:pt modelId="{ABC99C3C-1859-4ABF-8486-3D6293DBC0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largest defined value is 0x7E, which means that 1 byte can be used to store each character. </a:t>
          </a:r>
        </a:p>
      </dgm:t>
    </dgm:pt>
    <dgm:pt modelId="{723A1296-12B8-4868-9B45-A0AF858A1F0C}" type="parTrans" cxnId="{10259165-4C6B-440C-BB35-60B86BEE7247}">
      <dgm:prSet/>
      <dgm:spPr/>
      <dgm:t>
        <a:bodyPr/>
        <a:lstStyle/>
        <a:p>
          <a:endParaRPr lang="en-US"/>
        </a:p>
      </dgm:t>
    </dgm:pt>
    <dgm:pt modelId="{68B314DD-46F1-4BC9-8B2C-4BA0839B2597}" type="sibTrans" cxnId="{10259165-4C6B-440C-BB35-60B86BEE7247}">
      <dgm:prSet/>
      <dgm:spPr/>
      <dgm:t>
        <a:bodyPr/>
        <a:lstStyle/>
        <a:p>
          <a:endParaRPr lang="en-US"/>
        </a:p>
      </dgm:t>
    </dgm:pt>
    <dgm:pt modelId="{89634ED2-957A-455D-97E9-30873AFAF9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There are many values that are defined as control characters and are not printable, such the 0x07 bell sound. </a:t>
          </a:r>
        </a:p>
      </dgm:t>
    </dgm:pt>
    <dgm:pt modelId="{F8BC6418-BE9D-4B81-90A9-26DCF4FF061B}" type="parTrans" cxnId="{960E6861-0A02-495E-9851-56BB7B62BF17}">
      <dgm:prSet/>
      <dgm:spPr/>
      <dgm:t>
        <a:bodyPr/>
        <a:lstStyle/>
        <a:p>
          <a:endParaRPr lang="en-US"/>
        </a:p>
      </dgm:t>
    </dgm:pt>
    <dgm:pt modelId="{FC0CFA49-8CD5-4CB7-8218-BA8567DD3D05}" type="sibTrans" cxnId="{960E6861-0A02-495E-9851-56BB7B62BF17}">
      <dgm:prSet/>
      <dgm:spPr/>
      <dgm:t>
        <a:bodyPr/>
        <a:lstStyle/>
        <a:p>
          <a:endParaRPr lang="en-US"/>
        </a:p>
      </dgm:t>
    </dgm:pt>
    <dgm:pt modelId="{1EBB12A7-0223-4274-9371-831EF7E92D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more detailed ASCII table can be found at http://www.asciitable.com/.</a:t>
          </a:r>
        </a:p>
      </dgm:t>
    </dgm:pt>
    <dgm:pt modelId="{19A3402C-477F-4CC9-9B9E-71FCCE562B5F}" type="parTrans" cxnId="{87B0A038-D1EC-4FB0-8004-FE5153FF8CB5}">
      <dgm:prSet/>
      <dgm:spPr/>
      <dgm:t>
        <a:bodyPr/>
        <a:lstStyle/>
        <a:p>
          <a:endParaRPr lang="en-US"/>
        </a:p>
      </dgm:t>
    </dgm:pt>
    <dgm:pt modelId="{93D2DE7B-E1A0-4711-9295-60D12AC908F5}" type="sibTrans" cxnId="{87B0A038-D1EC-4FB0-8004-FE5153FF8CB5}">
      <dgm:prSet/>
      <dgm:spPr/>
      <dgm:t>
        <a:bodyPr/>
        <a:lstStyle/>
        <a:p>
          <a:endParaRPr lang="en-US"/>
        </a:p>
      </dgm:t>
    </dgm:pt>
    <dgm:pt modelId="{D16BE9D0-B224-4DBE-B8C9-FD2877EA7D5B}" type="pres">
      <dgm:prSet presAssocID="{F66D4FB8-D747-4D3D-B760-6E16F3BB067F}" presName="root" presStyleCnt="0">
        <dgm:presLayoutVars>
          <dgm:dir/>
          <dgm:resizeHandles val="exact"/>
        </dgm:presLayoutVars>
      </dgm:prSet>
      <dgm:spPr/>
    </dgm:pt>
    <dgm:pt modelId="{6073F8E8-17F5-4126-93B6-09B5939519DE}" type="pres">
      <dgm:prSet presAssocID="{6CE062CA-5CD1-40AA-AC5B-BB6D4EE8E025}" presName="compNode" presStyleCnt="0"/>
      <dgm:spPr/>
    </dgm:pt>
    <dgm:pt modelId="{ABFBFD94-E93B-4CE9-BF4F-5412A984B623}" type="pres">
      <dgm:prSet presAssocID="{6CE062CA-5CD1-40AA-AC5B-BB6D4EE8E025}" presName="bgRect" presStyleLbl="bgShp" presStyleIdx="0" presStyleCnt="7"/>
      <dgm:spPr/>
    </dgm:pt>
    <dgm:pt modelId="{555B68C9-C7BF-43AA-B25E-59B49FAB1C47}" type="pres">
      <dgm:prSet presAssocID="{6CE062CA-5CD1-40AA-AC5B-BB6D4EE8E025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A16B3C80-F1E8-43F2-A736-ECCFC1EE9B43}" type="pres">
      <dgm:prSet presAssocID="{6CE062CA-5CD1-40AA-AC5B-BB6D4EE8E025}" presName="spaceRect" presStyleCnt="0"/>
      <dgm:spPr/>
    </dgm:pt>
    <dgm:pt modelId="{E0C75D90-BBA4-4B76-8328-B683B5E23136}" type="pres">
      <dgm:prSet presAssocID="{6CE062CA-5CD1-40AA-AC5B-BB6D4EE8E025}" presName="parTx" presStyleLbl="revTx" presStyleIdx="0" presStyleCnt="7">
        <dgm:presLayoutVars>
          <dgm:chMax val="0"/>
          <dgm:chPref val="0"/>
        </dgm:presLayoutVars>
      </dgm:prSet>
      <dgm:spPr/>
    </dgm:pt>
    <dgm:pt modelId="{3F2A605C-22D3-4EBA-9D0C-008BF3B25D7C}" type="pres">
      <dgm:prSet presAssocID="{EAD510F5-9035-4370-A072-D21E2BC53662}" presName="sibTrans" presStyleCnt="0"/>
      <dgm:spPr/>
    </dgm:pt>
    <dgm:pt modelId="{A0DA2EB4-1010-4241-8BEC-B313431479BE}" type="pres">
      <dgm:prSet presAssocID="{FA9ED7D7-4B05-4D38-9D79-47DEF0E0D4B7}" presName="compNode" presStyleCnt="0"/>
      <dgm:spPr/>
    </dgm:pt>
    <dgm:pt modelId="{FF8B84BD-7C0B-4AEF-833C-11ED7FB92289}" type="pres">
      <dgm:prSet presAssocID="{FA9ED7D7-4B05-4D38-9D79-47DEF0E0D4B7}" presName="bgRect" presStyleLbl="bgShp" presStyleIdx="1" presStyleCnt="7"/>
      <dgm:spPr/>
    </dgm:pt>
    <dgm:pt modelId="{7B98D134-5BF6-4808-8E48-DAF2E800B893}" type="pres">
      <dgm:prSet presAssocID="{FA9ED7D7-4B05-4D38-9D79-47DEF0E0D4B7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EBED321-A0E3-4115-83F6-13334095B980}" type="pres">
      <dgm:prSet presAssocID="{FA9ED7D7-4B05-4D38-9D79-47DEF0E0D4B7}" presName="spaceRect" presStyleCnt="0"/>
      <dgm:spPr/>
    </dgm:pt>
    <dgm:pt modelId="{44B7A56E-E313-4464-9BC1-8D28905212F8}" type="pres">
      <dgm:prSet presAssocID="{FA9ED7D7-4B05-4D38-9D79-47DEF0E0D4B7}" presName="parTx" presStyleLbl="revTx" presStyleIdx="1" presStyleCnt="7">
        <dgm:presLayoutVars>
          <dgm:chMax val="0"/>
          <dgm:chPref val="0"/>
        </dgm:presLayoutVars>
      </dgm:prSet>
      <dgm:spPr/>
    </dgm:pt>
    <dgm:pt modelId="{F0F8B16E-F609-464A-8A51-A268F24A0E5A}" type="pres">
      <dgm:prSet presAssocID="{9F91EFCD-FE17-44A0-9719-F72EC5D99581}" presName="sibTrans" presStyleCnt="0"/>
      <dgm:spPr/>
    </dgm:pt>
    <dgm:pt modelId="{F32AC81F-BB9C-4FB4-AD95-A2C8A6B0F0FF}" type="pres">
      <dgm:prSet presAssocID="{13261642-0FD8-463A-A1EE-69A7C6E5046F}" presName="compNode" presStyleCnt="0"/>
      <dgm:spPr/>
    </dgm:pt>
    <dgm:pt modelId="{5D0F2213-EDA1-49D8-8ADD-7C97F39D2C55}" type="pres">
      <dgm:prSet presAssocID="{13261642-0FD8-463A-A1EE-69A7C6E5046F}" presName="bgRect" presStyleLbl="bgShp" presStyleIdx="2" presStyleCnt="7"/>
      <dgm:spPr/>
    </dgm:pt>
    <dgm:pt modelId="{4504127E-2057-49BA-8B8B-EA14D9119994}" type="pres">
      <dgm:prSet presAssocID="{13261642-0FD8-463A-A1EE-69A7C6E5046F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6EC8A747-2171-49C1-9EDB-3EFBD38A46AA}" type="pres">
      <dgm:prSet presAssocID="{13261642-0FD8-463A-A1EE-69A7C6E5046F}" presName="spaceRect" presStyleCnt="0"/>
      <dgm:spPr/>
    </dgm:pt>
    <dgm:pt modelId="{191C4BAC-CB52-4838-AB0F-C3D4304FACD6}" type="pres">
      <dgm:prSet presAssocID="{13261642-0FD8-463A-A1EE-69A7C6E5046F}" presName="parTx" presStyleLbl="revTx" presStyleIdx="2" presStyleCnt="7">
        <dgm:presLayoutVars>
          <dgm:chMax val="0"/>
          <dgm:chPref val="0"/>
        </dgm:presLayoutVars>
      </dgm:prSet>
      <dgm:spPr/>
    </dgm:pt>
    <dgm:pt modelId="{9078658F-80FF-4D45-A4A7-F7309FA28277}" type="pres">
      <dgm:prSet presAssocID="{9ED5ADD9-5EEF-4AE4-ABC4-B5BB7FFA70F3}" presName="sibTrans" presStyleCnt="0"/>
      <dgm:spPr/>
    </dgm:pt>
    <dgm:pt modelId="{CC4EF75C-E8D7-426C-B8F6-A6DB27E23AC0}" type="pres">
      <dgm:prSet presAssocID="{BCF78C8B-AD0D-47E6-9087-A0ECA6B1A747}" presName="compNode" presStyleCnt="0"/>
      <dgm:spPr/>
    </dgm:pt>
    <dgm:pt modelId="{6BE9B717-AEC7-48AC-B2A6-9BA1182649E8}" type="pres">
      <dgm:prSet presAssocID="{BCF78C8B-AD0D-47E6-9087-A0ECA6B1A747}" presName="bgRect" presStyleLbl="bgShp" presStyleIdx="3" presStyleCnt="7"/>
      <dgm:spPr/>
    </dgm:pt>
    <dgm:pt modelId="{9DB31E65-0BEA-4397-9135-26198E5A0DA9}" type="pres">
      <dgm:prSet presAssocID="{BCF78C8B-AD0D-47E6-9087-A0ECA6B1A747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1EE29FB-F186-4AA6-963D-039EBDFA2271}" type="pres">
      <dgm:prSet presAssocID="{BCF78C8B-AD0D-47E6-9087-A0ECA6B1A747}" presName="spaceRect" presStyleCnt="0"/>
      <dgm:spPr/>
    </dgm:pt>
    <dgm:pt modelId="{DCB2E333-C262-4078-8B89-AEE0EF77F2F1}" type="pres">
      <dgm:prSet presAssocID="{BCF78C8B-AD0D-47E6-9087-A0ECA6B1A747}" presName="parTx" presStyleLbl="revTx" presStyleIdx="3" presStyleCnt="7">
        <dgm:presLayoutVars>
          <dgm:chMax val="0"/>
          <dgm:chPref val="0"/>
        </dgm:presLayoutVars>
      </dgm:prSet>
      <dgm:spPr/>
    </dgm:pt>
    <dgm:pt modelId="{051861AA-033C-4547-9295-F3C2C6A2DB38}" type="pres">
      <dgm:prSet presAssocID="{1325DD5C-F457-4A8E-9242-60A2040D9352}" presName="sibTrans" presStyleCnt="0"/>
      <dgm:spPr/>
    </dgm:pt>
    <dgm:pt modelId="{04311795-7153-49C4-A212-231449E9163C}" type="pres">
      <dgm:prSet presAssocID="{ABC99C3C-1859-4ABF-8486-3D6293DBC087}" presName="compNode" presStyleCnt="0"/>
      <dgm:spPr/>
    </dgm:pt>
    <dgm:pt modelId="{27C0F244-0D58-4E16-AEE0-F203D810649D}" type="pres">
      <dgm:prSet presAssocID="{ABC99C3C-1859-4ABF-8486-3D6293DBC087}" presName="bgRect" presStyleLbl="bgShp" presStyleIdx="4" presStyleCnt="7"/>
      <dgm:spPr/>
    </dgm:pt>
    <dgm:pt modelId="{B4744DEC-203A-4D41-A38E-431581C998F5}" type="pres">
      <dgm:prSet presAssocID="{ABC99C3C-1859-4ABF-8486-3D6293DBC087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8931827-94B1-4D67-BDDC-97B51A4B6458}" type="pres">
      <dgm:prSet presAssocID="{ABC99C3C-1859-4ABF-8486-3D6293DBC087}" presName="spaceRect" presStyleCnt="0"/>
      <dgm:spPr/>
    </dgm:pt>
    <dgm:pt modelId="{9EDBF74A-BADB-4F13-9CC0-577AB48F899E}" type="pres">
      <dgm:prSet presAssocID="{ABC99C3C-1859-4ABF-8486-3D6293DBC087}" presName="parTx" presStyleLbl="revTx" presStyleIdx="4" presStyleCnt="7">
        <dgm:presLayoutVars>
          <dgm:chMax val="0"/>
          <dgm:chPref val="0"/>
        </dgm:presLayoutVars>
      </dgm:prSet>
      <dgm:spPr/>
    </dgm:pt>
    <dgm:pt modelId="{B2FDF46C-45C5-430C-B27F-2D47AB93F575}" type="pres">
      <dgm:prSet presAssocID="{68B314DD-46F1-4BC9-8B2C-4BA0839B2597}" presName="sibTrans" presStyleCnt="0"/>
      <dgm:spPr/>
    </dgm:pt>
    <dgm:pt modelId="{5922AF34-47B3-48E0-BA8A-03FBCB9A67F4}" type="pres">
      <dgm:prSet presAssocID="{89634ED2-957A-455D-97E9-30873AFAF904}" presName="compNode" presStyleCnt="0"/>
      <dgm:spPr/>
    </dgm:pt>
    <dgm:pt modelId="{D17BF08F-D42B-4D86-9BE6-7767792A68BB}" type="pres">
      <dgm:prSet presAssocID="{89634ED2-957A-455D-97E9-30873AFAF904}" presName="bgRect" presStyleLbl="bgShp" presStyleIdx="5" presStyleCnt="7"/>
      <dgm:spPr/>
    </dgm:pt>
    <dgm:pt modelId="{61D21522-DECF-42DE-B0E2-A88A0A93935B}" type="pres">
      <dgm:prSet presAssocID="{89634ED2-957A-455D-97E9-30873AFAF904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nger"/>
        </a:ext>
      </dgm:extLst>
    </dgm:pt>
    <dgm:pt modelId="{0E17F70A-4973-49C5-8706-4925B51A8E0E}" type="pres">
      <dgm:prSet presAssocID="{89634ED2-957A-455D-97E9-30873AFAF904}" presName="spaceRect" presStyleCnt="0"/>
      <dgm:spPr/>
    </dgm:pt>
    <dgm:pt modelId="{DF89BF9A-B1F5-4AAD-9139-6E1B80D8EA76}" type="pres">
      <dgm:prSet presAssocID="{89634ED2-957A-455D-97E9-30873AFAF904}" presName="parTx" presStyleLbl="revTx" presStyleIdx="5" presStyleCnt="7">
        <dgm:presLayoutVars>
          <dgm:chMax val="0"/>
          <dgm:chPref val="0"/>
        </dgm:presLayoutVars>
      </dgm:prSet>
      <dgm:spPr/>
    </dgm:pt>
    <dgm:pt modelId="{81E0B394-FC2F-44B9-8BF0-BF33BE0CAA28}" type="pres">
      <dgm:prSet presAssocID="{FC0CFA49-8CD5-4CB7-8218-BA8567DD3D05}" presName="sibTrans" presStyleCnt="0"/>
      <dgm:spPr/>
    </dgm:pt>
    <dgm:pt modelId="{B3A216D2-2439-4B15-B26E-18F3D6C8CDCD}" type="pres">
      <dgm:prSet presAssocID="{1EBB12A7-0223-4274-9371-831EF7E92DD9}" presName="compNode" presStyleCnt="0"/>
      <dgm:spPr/>
    </dgm:pt>
    <dgm:pt modelId="{2215577A-5AA5-4CC3-A80E-10EA3C482F53}" type="pres">
      <dgm:prSet presAssocID="{1EBB12A7-0223-4274-9371-831EF7E92DD9}" presName="bgRect" presStyleLbl="bgShp" presStyleIdx="6" presStyleCnt="7"/>
      <dgm:spPr/>
    </dgm:pt>
    <dgm:pt modelId="{58EE1DA3-CDC1-46C9-89A1-9CEDAB110C08}" type="pres">
      <dgm:prSet presAssocID="{1EBB12A7-0223-4274-9371-831EF7E92DD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 and chairs"/>
        </a:ext>
      </dgm:extLst>
    </dgm:pt>
    <dgm:pt modelId="{1148BA79-BEA4-4D4D-AB4F-10062B2D271F}" type="pres">
      <dgm:prSet presAssocID="{1EBB12A7-0223-4274-9371-831EF7E92DD9}" presName="spaceRect" presStyleCnt="0"/>
      <dgm:spPr/>
    </dgm:pt>
    <dgm:pt modelId="{2C610A34-DD71-447B-A995-95F60495E333}" type="pres">
      <dgm:prSet presAssocID="{1EBB12A7-0223-4274-9371-831EF7E92DD9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C73E8709-2F46-47C2-B49E-205719A3AD5F}" type="presOf" srcId="{13261642-0FD8-463A-A1EE-69A7C6E5046F}" destId="{191C4BAC-CB52-4838-AB0F-C3D4304FACD6}" srcOrd="0" destOrd="0" presId="urn:microsoft.com/office/officeart/2018/2/layout/IconVerticalSolidList"/>
    <dgm:cxn modelId="{87B0A038-D1EC-4FB0-8004-FE5153FF8CB5}" srcId="{F66D4FB8-D747-4D3D-B760-6E16F3BB067F}" destId="{1EBB12A7-0223-4274-9371-831EF7E92DD9}" srcOrd="6" destOrd="0" parTransId="{19A3402C-477F-4CC9-9B9E-71FCCE562B5F}" sibTransId="{93D2DE7B-E1A0-4711-9295-60D12AC908F5}"/>
    <dgm:cxn modelId="{4F596639-BFCE-4B14-BE59-462F756DC5FA}" type="presOf" srcId="{6CE062CA-5CD1-40AA-AC5B-BB6D4EE8E025}" destId="{E0C75D90-BBA4-4B76-8328-B683B5E23136}" srcOrd="0" destOrd="0" presId="urn:microsoft.com/office/officeart/2018/2/layout/IconVerticalSolidList"/>
    <dgm:cxn modelId="{960E6861-0A02-495E-9851-56BB7B62BF17}" srcId="{F66D4FB8-D747-4D3D-B760-6E16F3BB067F}" destId="{89634ED2-957A-455D-97E9-30873AFAF904}" srcOrd="5" destOrd="0" parTransId="{F8BC6418-BE9D-4B81-90A9-26DCF4FF061B}" sibTransId="{FC0CFA49-8CD5-4CB7-8218-BA8567DD3D05}"/>
    <dgm:cxn modelId="{7CCC4F65-15E6-45AC-9647-238F4077EE11}" type="presOf" srcId="{BCF78C8B-AD0D-47E6-9087-A0ECA6B1A747}" destId="{DCB2E333-C262-4078-8B89-AEE0EF77F2F1}" srcOrd="0" destOrd="0" presId="urn:microsoft.com/office/officeart/2018/2/layout/IconVerticalSolidList"/>
    <dgm:cxn modelId="{10259165-4C6B-440C-BB35-60B86BEE7247}" srcId="{F66D4FB8-D747-4D3D-B760-6E16F3BB067F}" destId="{ABC99C3C-1859-4ABF-8486-3D6293DBC087}" srcOrd="4" destOrd="0" parTransId="{723A1296-12B8-4868-9B45-A0AF858A1F0C}" sibTransId="{68B314DD-46F1-4BC9-8B2C-4BA0839B2597}"/>
    <dgm:cxn modelId="{A1309C56-5A51-449D-BE88-B8A027D47D61}" srcId="{F66D4FB8-D747-4D3D-B760-6E16F3BB067F}" destId="{13261642-0FD8-463A-A1EE-69A7C6E5046F}" srcOrd="2" destOrd="0" parTransId="{92089232-C452-46EF-A05D-93F61303F5B5}" sibTransId="{9ED5ADD9-5EEF-4AE4-ABC4-B5BB7FFA70F3}"/>
    <dgm:cxn modelId="{2A56AC87-319A-4824-8AA9-967C04C84B59}" srcId="{F66D4FB8-D747-4D3D-B760-6E16F3BB067F}" destId="{FA9ED7D7-4B05-4D38-9D79-47DEF0E0D4B7}" srcOrd="1" destOrd="0" parTransId="{8A56274A-E45A-479F-803D-DC79D18152AD}" sibTransId="{9F91EFCD-FE17-44A0-9719-F72EC5D99581}"/>
    <dgm:cxn modelId="{E25CB1A0-927C-4D75-B06C-A0257BFC01FC}" srcId="{F66D4FB8-D747-4D3D-B760-6E16F3BB067F}" destId="{6CE062CA-5CD1-40AA-AC5B-BB6D4EE8E025}" srcOrd="0" destOrd="0" parTransId="{38AC4FE4-EE44-44D0-AD80-60555B047359}" sibTransId="{EAD510F5-9035-4370-A072-D21E2BC53662}"/>
    <dgm:cxn modelId="{24256BBC-5F39-4B32-9E3E-C2386BD66155}" type="presOf" srcId="{1EBB12A7-0223-4274-9371-831EF7E92DD9}" destId="{2C610A34-DD71-447B-A995-95F60495E333}" srcOrd="0" destOrd="0" presId="urn:microsoft.com/office/officeart/2018/2/layout/IconVerticalSolidList"/>
    <dgm:cxn modelId="{6E02CFC0-3C77-4D30-98BA-E9946C811A2F}" srcId="{F66D4FB8-D747-4D3D-B760-6E16F3BB067F}" destId="{BCF78C8B-AD0D-47E6-9087-A0ECA6B1A747}" srcOrd="3" destOrd="0" parTransId="{30014807-50B1-4A79-BA9B-E2FB1574F464}" sibTransId="{1325DD5C-F457-4A8E-9242-60A2040D9352}"/>
    <dgm:cxn modelId="{A402E9E0-1ACB-408D-B963-0E0D44F5AF66}" type="presOf" srcId="{F66D4FB8-D747-4D3D-B760-6E16F3BB067F}" destId="{D16BE9D0-B224-4DBE-B8C9-FD2877EA7D5B}" srcOrd="0" destOrd="0" presId="urn:microsoft.com/office/officeart/2018/2/layout/IconVerticalSolidList"/>
    <dgm:cxn modelId="{771E2EF1-14EE-4326-8872-4775E3D8CC7B}" type="presOf" srcId="{89634ED2-957A-455D-97E9-30873AFAF904}" destId="{DF89BF9A-B1F5-4AAD-9139-6E1B80D8EA76}" srcOrd="0" destOrd="0" presId="urn:microsoft.com/office/officeart/2018/2/layout/IconVerticalSolidList"/>
    <dgm:cxn modelId="{ACF84CF8-7C0D-4718-9162-477C2C865C80}" type="presOf" srcId="{ABC99C3C-1859-4ABF-8486-3D6293DBC087}" destId="{9EDBF74A-BADB-4F13-9CC0-577AB48F899E}" srcOrd="0" destOrd="0" presId="urn:microsoft.com/office/officeart/2018/2/layout/IconVerticalSolidList"/>
    <dgm:cxn modelId="{E7ACA9FC-B0B4-4BA7-86C4-FF23EF0532C3}" type="presOf" srcId="{FA9ED7D7-4B05-4D38-9D79-47DEF0E0D4B7}" destId="{44B7A56E-E313-4464-9BC1-8D28905212F8}" srcOrd="0" destOrd="0" presId="urn:microsoft.com/office/officeart/2018/2/layout/IconVerticalSolidList"/>
    <dgm:cxn modelId="{273DEBFA-B98B-41C4-964C-E66DA5AD44DE}" type="presParOf" srcId="{D16BE9D0-B224-4DBE-B8C9-FD2877EA7D5B}" destId="{6073F8E8-17F5-4126-93B6-09B5939519DE}" srcOrd="0" destOrd="0" presId="urn:microsoft.com/office/officeart/2018/2/layout/IconVerticalSolidList"/>
    <dgm:cxn modelId="{0F083C7E-7243-4DDB-910B-99E4C495412F}" type="presParOf" srcId="{6073F8E8-17F5-4126-93B6-09B5939519DE}" destId="{ABFBFD94-E93B-4CE9-BF4F-5412A984B623}" srcOrd="0" destOrd="0" presId="urn:microsoft.com/office/officeart/2018/2/layout/IconVerticalSolidList"/>
    <dgm:cxn modelId="{DDAF9173-B4F2-4A69-AEBE-9CFB62A15AE3}" type="presParOf" srcId="{6073F8E8-17F5-4126-93B6-09B5939519DE}" destId="{555B68C9-C7BF-43AA-B25E-59B49FAB1C47}" srcOrd="1" destOrd="0" presId="urn:microsoft.com/office/officeart/2018/2/layout/IconVerticalSolidList"/>
    <dgm:cxn modelId="{014748EC-8EB5-466F-858C-37F9CE7ED8EC}" type="presParOf" srcId="{6073F8E8-17F5-4126-93B6-09B5939519DE}" destId="{A16B3C80-F1E8-43F2-A736-ECCFC1EE9B43}" srcOrd="2" destOrd="0" presId="urn:microsoft.com/office/officeart/2018/2/layout/IconVerticalSolidList"/>
    <dgm:cxn modelId="{97F4C3E1-27B4-4F8A-9C86-0F5F93376805}" type="presParOf" srcId="{6073F8E8-17F5-4126-93B6-09B5939519DE}" destId="{E0C75D90-BBA4-4B76-8328-B683B5E23136}" srcOrd="3" destOrd="0" presId="urn:microsoft.com/office/officeart/2018/2/layout/IconVerticalSolidList"/>
    <dgm:cxn modelId="{2CA7F7B9-6B32-47BC-8CCE-C16320335CB4}" type="presParOf" srcId="{D16BE9D0-B224-4DBE-B8C9-FD2877EA7D5B}" destId="{3F2A605C-22D3-4EBA-9D0C-008BF3B25D7C}" srcOrd="1" destOrd="0" presId="urn:microsoft.com/office/officeart/2018/2/layout/IconVerticalSolidList"/>
    <dgm:cxn modelId="{E3FF8304-E41F-40AD-B118-997292F9FAE5}" type="presParOf" srcId="{D16BE9D0-B224-4DBE-B8C9-FD2877EA7D5B}" destId="{A0DA2EB4-1010-4241-8BEC-B313431479BE}" srcOrd="2" destOrd="0" presId="urn:microsoft.com/office/officeart/2018/2/layout/IconVerticalSolidList"/>
    <dgm:cxn modelId="{47A9EDC9-61D7-45C8-A653-FCB979361B57}" type="presParOf" srcId="{A0DA2EB4-1010-4241-8BEC-B313431479BE}" destId="{FF8B84BD-7C0B-4AEF-833C-11ED7FB92289}" srcOrd="0" destOrd="0" presId="urn:microsoft.com/office/officeart/2018/2/layout/IconVerticalSolidList"/>
    <dgm:cxn modelId="{F2967469-E101-4120-B8AF-9907E1F53123}" type="presParOf" srcId="{A0DA2EB4-1010-4241-8BEC-B313431479BE}" destId="{7B98D134-5BF6-4808-8E48-DAF2E800B893}" srcOrd="1" destOrd="0" presId="urn:microsoft.com/office/officeart/2018/2/layout/IconVerticalSolidList"/>
    <dgm:cxn modelId="{58AB08EC-1D9A-47BB-A33D-2A71CF2D5FD6}" type="presParOf" srcId="{A0DA2EB4-1010-4241-8BEC-B313431479BE}" destId="{EEBED321-A0E3-4115-83F6-13334095B980}" srcOrd="2" destOrd="0" presId="urn:microsoft.com/office/officeart/2018/2/layout/IconVerticalSolidList"/>
    <dgm:cxn modelId="{B655CC7B-CF48-41A6-A418-16702D4F9149}" type="presParOf" srcId="{A0DA2EB4-1010-4241-8BEC-B313431479BE}" destId="{44B7A56E-E313-4464-9BC1-8D28905212F8}" srcOrd="3" destOrd="0" presId="urn:microsoft.com/office/officeart/2018/2/layout/IconVerticalSolidList"/>
    <dgm:cxn modelId="{14E0E996-1157-472D-8E70-E3394CE80919}" type="presParOf" srcId="{D16BE9D0-B224-4DBE-B8C9-FD2877EA7D5B}" destId="{F0F8B16E-F609-464A-8A51-A268F24A0E5A}" srcOrd="3" destOrd="0" presId="urn:microsoft.com/office/officeart/2018/2/layout/IconVerticalSolidList"/>
    <dgm:cxn modelId="{863D5D40-58A4-4E47-A58C-1B0F9586638F}" type="presParOf" srcId="{D16BE9D0-B224-4DBE-B8C9-FD2877EA7D5B}" destId="{F32AC81F-BB9C-4FB4-AD95-A2C8A6B0F0FF}" srcOrd="4" destOrd="0" presId="urn:microsoft.com/office/officeart/2018/2/layout/IconVerticalSolidList"/>
    <dgm:cxn modelId="{4DFEA703-E9CF-43B8-B6FF-0529F6ADF062}" type="presParOf" srcId="{F32AC81F-BB9C-4FB4-AD95-A2C8A6B0F0FF}" destId="{5D0F2213-EDA1-49D8-8ADD-7C97F39D2C55}" srcOrd="0" destOrd="0" presId="urn:microsoft.com/office/officeart/2018/2/layout/IconVerticalSolidList"/>
    <dgm:cxn modelId="{740DFED6-5F88-4297-BA73-FCB3F25D7A43}" type="presParOf" srcId="{F32AC81F-BB9C-4FB4-AD95-A2C8A6B0F0FF}" destId="{4504127E-2057-49BA-8B8B-EA14D9119994}" srcOrd="1" destOrd="0" presId="urn:microsoft.com/office/officeart/2018/2/layout/IconVerticalSolidList"/>
    <dgm:cxn modelId="{08E3F8AB-9F96-4998-9F4F-5B6C434927C6}" type="presParOf" srcId="{F32AC81F-BB9C-4FB4-AD95-A2C8A6B0F0FF}" destId="{6EC8A747-2171-49C1-9EDB-3EFBD38A46AA}" srcOrd="2" destOrd="0" presId="urn:microsoft.com/office/officeart/2018/2/layout/IconVerticalSolidList"/>
    <dgm:cxn modelId="{AF14EE90-C0F8-43A8-8AA9-62B236EFFBE8}" type="presParOf" srcId="{F32AC81F-BB9C-4FB4-AD95-A2C8A6B0F0FF}" destId="{191C4BAC-CB52-4838-AB0F-C3D4304FACD6}" srcOrd="3" destOrd="0" presId="urn:microsoft.com/office/officeart/2018/2/layout/IconVerticalSolidList"/>
    <dgm:cxn modelId="{E205A127-3563-48C8-9E59-104A5F5ED8B5}" type="presParOf" srcId="{D16BE9D0-B224-4DBE-B8C9-FD2877EA7D5B}" destId="{9078658F-80FF-4D45-A4A7-F7309FA28277}" srcOrd="5" destOrd="0" presId="urn:microsoft.com/office/officeart/2018/2/layout/IconVerticalSolidList"/>
    <dgm:cxn modelId="{43BBBB0C-39C6-40C9-A914-547A5A0A7425}" type="presParOf" srcId="{D16BE9D0-B224-4DBE-B8C9-FD2877EA7D5B}" destId="{CC4EF75C-E8D7-426C-B8F6-A6DB27E23AC0}" srcOrd="6" destOrd="0" presId="urn:microsoft.com/office/officeart/2018/2/layout/IconVerticalSolidList"/>
    <dgm:cxn modelId="{FB25A270-90B9-4782-B337-28E761F70DD0}" type="presParOf" srcId="{CC4EF75C-E8D7-426C-B8F6-A6DB27E23AC0}" destId="{6BE9B717-AEC7-48AC-B2A6-9BA1182649E8}" srcOrd="0" destOrd="0" presId="urn:microsoft.com/office/officeart/2018/2/layout/IconVerticalSolidList"/>
    <dgm:cxn modelId="{149D2F82-4290-4077-89C5-8141F92FAD87}" type="presParOf" srcId="{CC4EF75C-E8D7-426C-B8F6-A6DB27E23AC0}" destId="{9DB31E65-0BEA-4397-9135-26198E5A0DA9}" srcOrd="1" destOrd="0" presId="urn:microsoft.com/office/officeart/2018/2/layout/IconVerticalSolidList"/>
    <dgm:cxn modelId="{A60F58E3-4D9F-497D-B062-FFE05AE94545}" type="presParOf" srcId="{CC4EF75C-E8D7-426C-B8F6-A6DB27E23AC0}" destId="{21EE29FB-F186-4AA6-963D-039EBDFA2271}" srcOrd="2" destOrd="0" presId="urn:microsoft.com/office/officeart/2018/2/layout/IconVerticalSolidList"/>
    <dgm:cxn modelId="{BB35DA8C-11AF-4232-ADF6-B2980C94DBCD}" type="presParOf" srcId="{CC4EF75C-E8D7-426C-B8F6-A6DB27E23AC0}" destId="{DCB2E333-C262-4078-8B89-AEE0EF77F2F1}" srcOrd="3" destOrd="0" presId="urn:microsoft.com/office/officeart/2018/2/layout/IconVerticalSolidList"/>
    <dgm:cxn modelId="{BF1F21D4-7030-400B-A2F6-AE36C42E79A3}" type="presParOf" srcId="{D16BE9D0-B224-4DBE-B8C9-FD2877EA7D5B}" destId="{051861AA-033C-4547-9295-F3C2C6A2DB38}" srcOrd="7" destOrd="0" presId="urn:microsoft.com/office/officeart/2018/2/layout/IconVerticalSolidList"/>
    <dgm:cxn modelId="{894C8952-07FC-4800-A2F5-175134B5B6BD}" type="presParOf" srcId="{D16BE9D0-B224-4DBE-B8C9-FD2877EA7D5B}" destId="{04311795-7153-49C4-A212-231449E9163C}" srcOrd="8" destOrd="0" presId="urn:microsoft.com/office/officeart/2018/2/layout/IconVerticalSolidList"/>
    <dgm:cxn modelId="{C2A91ED3-7292-4806-B163-25FCFC461DF5}" type="presParOf" srcId="{04311795-7153-49C4-A212-231449E9163C}" destId="{27C0F244-0D58-4E16-AEE0-F203D810649D}" srcOrd="0" destOrd="0" presId="urn:microsoft.com/office/officeart/2018/2/layout/IconVerticalSolidList"/>
    <dgm:cxn modelId="{47BC8A82-D287-488E-B593-6C214A3A86AB}" type="presParOf" srcId="{04311795-7153-49C4-A212-231449E9163C}" destId="{B4744DEC-203A-4D41-A38E-431581C998F5}" srcOrd="1" destOrd="0" presId="urn:microsoft.com/office/officeart/2018/2/layout/IconVerticalSolidList"/>
    <dgm:cxn modelId="{DD2CF802-4298-4887-94C5-93244B4DE266}" type="presParOf" srcId="{04311795-7153-49C4-A212-231449E9163C}" destId="{28931827-94B1-4D67-BDDC-97B51A4B6458}" srcOrd="2" destOrd="0" presId="urn:microsoft.com/office/officeart/2018/2/layout/IconVerticalSolidList"/>
    <dgm:cxn modelId="{596AC2B3-6676-4CD1-8E4D-39813531E591}" type="presParOf" srcId="{04311795-7153-49C4-A212-231449E9163C}" destId="{9EDBF74A-BADB-4F13-9CC0-577AB48F899E}" srcOrd="3" destOrd="0" presId="urn:microsoft.com/office/officeart/2018/2/layout/IconVerticalSolidList"/>
    <dgm:cxn modelId="{19A78F71-B59C-4A24-818A-AB681CD1CD07}" type="presParOf" srcId="{D16BE9D0-B224-4DBE-B8C9-FD2877EA7D5B}" destId="{B2FDF46C-45C5-430C-B27F-2D47AB93F575}" srcOrd="9" destOrd="0" presId="urn:microsoft.com/office/officeart/2018/2/layout/IconVerticalSolidList"/>
    <dgm:cxn modelId="{03ADE862-6EC1-4A01-A3D5-BE81FD9F1531}" type="presParOf" srcId="{D16BE9D0-B224-4DBE-B8C9-FD2877EA7D5B}" destId="{5922AF34-47B3-48E0-BA8A-03FBCB9A67F4}" srcOrd="10" destOrd="0" presId="urn:microsoft.com/office/officeart/2018/2/layout/IconVerticalSolidList"/>
    <dgm:cxn modelId="{AD293433-C217-4CE1-83E5-46A68BC82D50}" type="presParOf" srcId="{5922AF34-47B3-48E0-BA8A-03FBCB9A67F4}" destId="{D17BF08F-D42B-4D86-9BE6-7767792A68BB}" srcOrd="0" destOrd="0" presId="urn:microsoft.com/office/officeart/2018/2/layout/IconVerticalSolidList"/>
    <dgm:cxn modelId="{3BF42F4A-2852-4C66-A0E0-7C0484D906CF}" type="presParOf" srcId="{5922AF34-47B3-48E0-BA8A-03FBCB9A67F4}" destId="{61D21522-DECF-42DE-B0E2-A88A0A93935B}" srcOrd="1" destOrd="0" presId="urn:microsoft.com/office/officeart/2018/2/layout/IconVerticalSolidList"/>
    <dgm:cxn modelId="{2E8ABF3A-FB2E-4434-BC6D-207308881681}" type="presParOf" srcId="{5922AF34-47B3-48E0-BA8A-03FBCB9A67F4}" destId="{0E17F70A-4973-49C5-8706-4925B51A8E0E}" srcOrd="2" destOrd="0" presId="urn:microsoft.com/office/officeart/2018/2/layout/IconVerticalSolidList"/>
    <dgm:cxn modelId="{5A18C03D-302B-451E-9C49-BC44E7F1D454}" type="presParOf" srcId="{5922AF34-47B3-48E0-BA8A-03FBCB9A67F4}" destId="{DF89BF9A-B1F5-4AAD-9139-6E1B80D8EA76}" srcOrd="3" destOrd="0" presId="urn:microsoft.com/office/officeart/2018/2/layout/IconVerticalSolidList"/>
    <dgm:cxn modelId="{16338B25-FE51-434A-9BB9-CE2B089640C7}" type="presParOf" srcId="{D16BE9D0-B224-4DBE-B8C9-FD2877EA7D5B}" destId="{81E0B394-FC2F-44B9-8BF0-BF33BE0CAA28}" srcOrd="11" destOrd="0" presId="urn:microsoft.com/office/officeart/2018/2/layout/IconVerticalSolidList"/>
    <dgm:cxn modelId="{67599121-DDD4-45EA-A55B-4AF60D2D01EC}" type="presParOf" srcId="{D16BE9D0-B224-4DBE-B8C9-FD2877EA7D5B}" destId="{B3A216D2-2439-4B15-B26E-18F3D6C8CDCD}" srcOrd="12" destOrd="0" presId="urn:microsoft.com/office/officeart/2018/2/layout/IconVerticalSolidList"/>
    <dgm:cxn modelId="{4E185916-4D8A-4786-AC7F-C486D478604D}" type="presParOf" srcId="{B3A216D2-2439-4B15-B26E-18F3D6C8CDCD}" destId="{2215577A-5AA5-4CC3-A80E-10EA3C482F53}" srcOrd="0" destOrd="0" presId="urn:microsoft.com/office/officeart/2018/2/layout/IconVerticalSolidList"/>
    <dgm:cxn modelId="{71928328-A9F5-4A92-82A2-CB7BF4340AA5}" type="presParOf" srcId="{B3A216D2-2439-4B15-B26E-18F3D6C8CDCD}" destId="{58EE1DA3-CDC1-46C9-89A1-9CEDAB110C08}" srcOrd="1" destOrd="0" presId="urn:microsoft.com/office/officeart/2018/2/layout/IconVerticalSolidList"/>
    <dgm:cxn modelId="{64051523-B82C-4A8F-9358-0C9D9F7E3E83}" type="presParOf" srcId="{B3A216D2-2439-4B15-B26E-18F3D6C8CDCD}" destId="{1148BA79-BEA4-4D4D-AB4F-10062B2D271F}" srcOrd="2" destOrd="0" presId="urn:microsoft.com/office/officeart/2018/2/layout/IconVerticalSolidList"/>
    <dgm:cxn modelId="{A75F09E1-9F5E-4E54-9B57-35C9F6B6EB6D}" type="presParOf" srcId="{B3A216D2-2439-4B15-B26E-18F3D6C8CDCD}" destId="{2C610A34-DD71-447B-A995-95F60495E3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C788A9-142D-4B2F-9E34-285073FD40E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713075-2DF4-4FB6-A462-15FB65F12B13}">
      <dgm:prSet/>
      <dgm:spPr/>
      <dgm:t>
        <a:bodyPr/>
        <a:lstStyle/>
        <a:p>
          <a:r>
            <a:rPr lang="en-US"/>
            <a:t>To store a sentence or a word using ASCII, we need to allocate as many bytes as there are characters in the sentence or word. </a:t>
          </a:r>
        </a:p>
      </dgm:t>
    </dgm:pt>
    <dgm:pt modelId="{3AD35ECC-BA1E-4C11-8249-B5ED5CBA2F53}" type="parTrans" cxnId="{A9AF3EF5-FC7A-4538-9D68-609B6C77CF86}">
      <dgm:prSet/>
      <dgm:spPr/>
      <dgm:t>
        <a:bodyPr/>
        <a:lstStyle/>
        <a:p>
          <a:endParaRPr lang="en-US"/>
        </a:p>
      </dgm:t>
    </dgm:pt>
    <dgm:pt modelId="{2406A1BA-4B2D-4045-96C4-E5D7347C0C23}" type="sibTrans" cxnId="{A9AF3EF5-FC7A-4538-9D68-609B6C77CF86}">
      <dgm:prSet/>
      <dgm:spPr/>
      <dgm:t>
        <a:bodyPr/>
        <a:lstStyle/>
        <a:p>
          <a:endParaRPr lang="en-US"/>
        </a:p>
      </dgm:t>
    </dgm:pt>
    <dgm:pt modelId="{A55C257B-1EC5-4247-AD8B-76392C5A307C}">
      <dgm:prSet/>
      <dgm:spPr/>
      <dgm:t>
        <a:bodyPr/>
        <a:lstStyle/>
        <a:p>
          <a:r>
            <a:rPr lang="en-US"/>
            <a:t>Each byte stores the value of a character. </a:t>
          </a:r>
        </a:p>
      </dgm:t>
    </dgm:pt>
    <dgm:pt modelId="{77375097-F4A2-488E-98BB-BE368FD52294}" type="parTrans" cxnId="{ABE3B884-5EE1-4A73-9931-03975857FD08}">
      <dgm:prSet/>
      <dgm:spPr/>
      <dgm:t>
        <a:bodyPr/>
        <a:lstStyle/>
        <a:p>
          <a:endParaRPr lang="en-US"/>
        </a:p>
      </dgm:t>
    </dgm:pt>
    <dgm:pt modelId="{9157C96E-CC6A-4F64-9B1D-1176154614CA}" type="sibTrans" cxnId="{ABE3B884-5EE1-4A73-9931-03975857FD08}">
      <dgm:prSet/>
      <dgm:spPr/>
      <dgm:t>
        <a:bodyPr/>
        <a:lstStyle/>
        <a:p>
          <a:endParaRPr lang="en-US"/>
        </a:p>
      </dgm:t>
    </dgm:pt>
    <dgm:pt modelId="{129B0D5D-A032-42FF-AA08-039B92984A10}">
      <dgm:prSet/>
      <dgm:spPr/>
      <dgm:t>
        <a:bodyPr/>
        <a:lstStyle/>
        <a:p>
          <a:r>
            <a:rPr lang="en-US"/>
            <a:t>The endian ordering of a system does not play a role in how the characters are stored because these are separate 1-byte values. </a:t>
          </a:r>
        </a:p>
      </dgm:t>
    </dgm:pt>
    <dgm:pt modelId="{804532AB-8B90-4D1D-8EF4-746A7933050E}" type="parTrans" cxnId="{357F19CE-282C-4BAE-96D1-056722EB1C13}">
      <dgm:prSet/>
      <dgm:spPr/>
      <dgm:t>
        <a:bodyPr/>
        <a:lstStyle/>
        <a:p>
          <a:endParaRPr lang="en-US"/>
        </a:p>
      </dgm:t>
    </dgm:pt>
    <dgm:pt modelId="{D5C6D90D-BDC4-4A2D-9D1B-8874C2E78FC8}" type="sibTrans" cxnId="{357F19CE-282C-4BAE-96D1-056722EB1C13}">
      <dgm:prSet/>
      <dgm:spPr/>
      <dgm:t>
        <a:bodyPr/>
        <a:lstStyle/>
        <a:p>
          <a:endParaRPr lang="en-US"/>
        </a:p>
      </dgm:t>
    </dgm:pt>
    <dgm:pt modelId="{CCFE8B09-F8E2-4098-A239-F2390F9442ED}">
      <dgm:prSet/>
      <dgm:spPr/>
      <dgm:t>
        <a:bodyPr/>
        <a:lstStyle/>
        <a:p>
          <a:r>
            <a:rPr lang="en-US"/>
            <a:t>Therefore, the first character in the word or sentence is always in the first allocated byte. </a:t>
          </a:r>
        </a:p>
      </dgm:t>
    </dgm:pt>
    <dgm:pt modelId="{12FAC2BE-5DB2-41B6-83E9-3F2CFE0E9B91}" type="parTrans" cxnId="{9C32C8C2-05FF-4E21-90DA-FEED382F9499}">
      <dgm:prSet/>
      <dgm:spPr/>
      <dgm:t>
        <a:bodyPr/>
        <a:lstStyle/>
        <a:p>
          <a:endParaRPr lang="en-US"/>
        </a:p>
      </dgm:t>
    </dgm:pt>
    <dgm:pt modelId="{5C1B6B9D-2993-47EA-87CB-8C613365F017}" type="sibTrans" cxnId="{9C32C8C2-05FF-4E21-90DA-FEED382F9499}">
      <dgm:prSet/>
      <dgm:spPr/>
      <dgm:t>
        <a:bodyPr/>
        <a:lstStyle/>
        <a:p>
          <a:endParaRPr lang="en-US"/>
        </a:p>
      </dgm:t>
    </dgm:pt>
    <dgm:pt modelId="{A568FF08-1722-4C05-A2B1-75872A504DA1}">
      <dgm:prSet/>
      <dgm:spPr/>
      <dgm:t>
        <a:bodyPr/>
        <a:lstStyle/>
        <a:p>
          <a:r>
            <a:rPr lang="en-US"/>
            <a:t>The series of bytes in a word or sentence is called a </a:t>
          </a:r>
          <a:r>
            <a:rPr lang="en-US" i="1"/>
            <a:t>string</a:t>
          </a:r>
          <a:r>
            <a:rPr lang="en-US"/>
            <a:t>.</a:t>
          </a:r>
        </a:p>
      </dgm:t>
    </dgm:pt>
    <dgm:pt modelId="{12C7D499-E85A-47AA-8DC1-FBC8368C26CC}" type="parTrans" cxnId="{D2EB2394-39FA-44C5-ADF2-98785D4855CE}">
      <dgm:prSet/>
      <dgm:spPr/>
      <dgm:t>
        <a:bodyPr/>
        <a:lstStyle/>
        <a:p>
          <a:endParaRPr lang="en-US"/>
        </a:p>
      </dgm:t>
    </dgm:pt>
    <dgm:pt modelId="{AD09C6FE-AF3D-43AE-B3BC-FA1105CAE797}" type="sibTrans" cxnId="{D2EB2394-39FA-44C5-ADF2-98785D4855CE}">
      <dgm:prSet/>
      <dgm:spPr/>
      <dgm:t>
        <a:bodyPr/>
        <a:lstStyle/>
        <a:p>
          <a:endParaRPr lang="en-US"/>
        </a:p>
      </dgm:t>
    </dgm:pt>
    <dgm:pt modelId="{47131588-934A-42EF-A823-6841B5FC335D}">
      <dgm:prSet/>
      <dgm:spPr/>
      <dgm:t>
        <a:bodyPr/>
        <a:lstStyle/>
        <a:p>
          <a:r>
            <a:rPr lang="en-US"/>
            <a:t>Many times, the string ends with the NULL symbol, which is 0x00.</a:t>
          </a:r>
        </a:p>
      </dgm:t>
    </dgm:pt>
    <dgm:pt modelId="{DA92AC50-9642-4579-BB21-58A8BB9E4C95}" type="parTrans" cxnId="{9E6FC88A-C270-4B49-9F20-54FFA7F73EDE}">
      <dgm:prSet/>
      <dgm:spPr/>
      <dgm:t>
        <a:bodyPr/>
        <a:lstStyle/>
        <a:p>
          <a:endParaRPr lang="en-US"/>
        </a:p>
      </dgm:t>
    </dgm:pt>
    <dgm:pt modelId="{09BE2938-BE65-4C8C-8DEE-CFA426A64387}" type="sibTrans" cxnId="{9E6FC88A-C270-4B49-9F20-54FFA7F73EDE}">
      <dgm:prSet/>
      <dgm:spPr/>
      <dgm:t>
        <a:bodyPr/>
        <a:lstStyle/>
        <a:p>
          <a:endParaRPr lang="en-US"/>
        </a:p>
      </dgm:t>
    </dgm:pt>
    <dgm:pt modelId="{0A804789-A9FA-8D4F-8246-242E36F7812B}" type="pres">
      <dgm:prSet presAssocID="{64C788A9-142D-4B2F-9E34-285073FD40ED}" presName="linear" presStyleCnt="0">
        <dgm:presLayoutVars>
          <dgm:animLvl val="lvl"/>
          <dgm:resizeHandles val="exact"/>
        </dgm:presLayoutVars>
      </dgm:prSet>
      <dgm:spPr/>
    </dgm:pt>
    <dgm:pt modelId="{57C50FA9-C8D3-EB48-867E-8BF2F078E1AB}" type="pres">
      <dgm:prSet presAssocID="{6A713075-2DF4-4FB6-A462-15FB65F12B1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6A035B9-ED42-3C44-9815-EFFB6B2B5AC8}" type="pres">
      <dgm:prSet presAssocID="{2406A1BA-4B2D-4045-96C4-E5D7347C0C23}" presName="spacer" presStyleCnt="0"/>
      <dgm:spPr/>
    </dgm:pt>
    <dgm:pt modelId="{5327E3FB-EAA9-9E42-9A94-ECBFE793DB21}" type="pres">
      <dgm:prSet presAssocID="{A55C257B-1EC5-4247-AD8B-76392C5A307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A842E5C-D88C-0B4C-AE5A-DBBA34024CF5}" type="pres">
      <dgm:prSet presAssocID="{9157C96E-CC6A-4F64-9B1D-1176154614CA}" presName="spacer" presStyleCnt="0"/>
      <dgm:spPr/>
    </dgm:pt>
    <dgm:pt modelId="{68AFCECC-5B53-1140-B248-05C6ADD630E2}" type="pres">
      <dgm:prSet presAssocID="{129B0D5D-A032-42FF-AA08-039B92984A1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0B03BFF-408F-7249-A146-77A8559B441F}" type="pres">
      <dgm:prSet presAssocID="{D5C6D90D-BDC4-4A2D-9D1B-8874C2E78FC8}" presName="spacer" presStyleCnt="0"/>
      <dgm:spPr/>
    </dgm:pt>
    <dgm:pt modelId="{078D4A1B-D187-C74E-8CDB-658605FEE218}" type="pres">
      <dgm:prSet presAssocID="{CCFE8B09-F8E2-4098-A239-F2390F9442E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0752A82-2D36-764F-8BD9-E7411942E4B1}" type="pres">
      <dgm:prSet presAssocID="{5C1B6B9D-2993-47EA-87CB-8C613365F017}" presName="spacer" presStyleCnt="0"/>
      <dgm:spPr/>
    </dgm:pt>
    <dgm:pt modelId="{008A20B3-E979-D447-A794-9E80F7D91D0E}" type="pres">
      <dgm:prSet presAssocID="{A568FF08-1722-4C05-A2B1-75872A504DA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F4FB3C3-83AC-CC46-9C96-D76E2960BF8E}" type="pres">
      <dgm:prSet presAssocID="{AD09C6FE-AF3D-43AE-B3BC-FA1105CAE797}" presName="spacer" presStyleCnt="0"/>
      <dgm:spPr/>
    </dgm:pt>
    <dgm:pt modelId="{5E60CCBB-BFA7-5C4E-88C3-D6E4147719F6}" type="pres">
      <dgm:prSet presAssocID="{47131588-934A-42EF-A823-6841B5FC335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8D69707-886B-C94A-9327-AD9512281835}" type="presOf" srcId="{A55C257B-1EC5-4247-AD8B-76392C5A307C}" destId="{5327E3FB-EAA9-9E42-9A94-ECBFE793DB21}" srcOrd="0" destOrd="0" presId="urn:microsoft.com/office/officeart/2005/8/layout/vList2"/>
    <dgm:cxn modelId="{3E78311F-31E6-0540-B1DA-3F1247B97318}" type="presOf" srcId="{CCFE8B09-F8E2-4098-A239-F2390F9442ED}" destId="{078D4A1B-D187-C74E-8CDB-658605FEE218}" srcOrd="0" destOrd="0" presId="urn:microsoft.com/office/officeart/2005/8/layout/vList2"/>
    <dgm:cxn modelId="{E95A3666-6A81-BA4E-92A6-10D84CE23380}" type="presOf" srcId="{47131588-934A-42EF-A823-6841B5FC335D}" destId="{5E60CCBB-BFA7-5C4E-88C3-D6E4147719F6}" srcOrd="0" destOrd="0" presId="urn:microsoft.com/office/officeart/2005/8/layout/vList2"/>
    <dgm:cxn modelId="{19C4D24E-DDA7-6545-9A84-D568EDCAFDB5}" type="presOf" srcId="{A568FF08-1722-4C05-A2B1-75872A504DA1}" destId="{008A20B3-E979-D447-A794-9E80F7D91D0E}" srcOrd="0" destOrd="0" presId="urn:microsoft.com/office/officeart/2005/8/layout/vList2"/>
    <dgm:cxn modelId="{9A339A7F-D570-F346-90A9-57848EF8347C}" type="presOf" srcId="{129B0D5D-A032-42FF-AA08-039B92984A10}" destId="{68AFCECC-5B53-1140-B248-05C6ADD630E2}" srcOrd="0" destOrd="0" presId="urn:microsoft.com/office/officeart/2005/8/layout/vList2"/>
    <dgm:cxn modelId="{ABE3B884-5EE1-4A73-9931-03975857FD08}" srcId="{64C788A9-142D-4B2F-9E34-285073FD40ED}" destId="{A55C257B-1EC5-4247-AD8B-76392C5A307C}" srcOrd="1" destOrd="0" parTransId="{77375097-F4A2-488E-98BB-BE368FD52294}" sibTransId="{9157C96E-CC6A-4F64-9B1D-1176154614CA}"/>
    <dgm:cxn modelId="{9E6FC88A-C270-4B49-9F20-54FFA7F73EDE}" srcId="{64C788A9-142D-4B2F-9E34-285073FD40ED}" destId="{47131588-934A-42EF-A823-6841B5FC335D}" srcOrd="5" destOrd="0" parTransId="{DA92AC50-9642-4579-BB21-58A8BB9E4C95}" sibTransId="{09BE2938-BE65-4C8C-8DEE-CFA426A64387}"/>
    <dgm:cxn modelId="{D2EB2394-39FA-44C5-ADF2-98785D4855CE}" srcId="{64C788A9-142D-4B2F-9E34-285073FD40ED}" destId="{A568FF08-1722-4C05-A2B1-75872A504DA1}" srcOrd="4" destOrd="0" parTransId="{12C7D499-E85A-47AA-8DC1-FBC8368C26CC}" sibTransId="{AD09C6FE-AF3D-43AE-B3BC-FA1105CAE797}"/>
    <dgm:cxn modelId="{9C32C8C2-05FF-4E21-90DA-FEED382F9499}" srcId="{64C788A9-142D-4B2F-9E34-285073FD40ED}" destId="{CCFE8B09-F8E2-4098-A239-F2390F9442ED}" srcOrd="3" destOrd="0" parTransId="{12FAC2BE-5DB2-41B6-83E9-3F2CFE0E9B91}" sibTransId="{5C1B6B9D-2993-47EA-87CB-8C613365F017}"/>
    <dgm:cxn modelId="{632FC6C9-6765-AD45-9E4A-3164A7509008}" type="presOf" srcId="{64C788A9-142D-4B2F-9E34-285073FD40ED}" destId="{0A804789-A9FA-8D4F-8246-242E36F7812B}" srcOrd="0" destOrd="0" presId="urn:microsoft.com/office/officeart/2005/8/layout/vList2"/>
    <dgm:cxn modelId="{357F19CE-282C-4BAE-96D1-056722EB1C13}" srcId="{64C788A9-142D-4B2F-9E34-285073FD40ED}" destId="{129B0D5D-A032-42FF-AA08-039B92984A10}" srcOrd="2" destOrd="0" parTransId="{804532AB-8B90-4D1D-8EF4-746A7933050E}" sibTransId="{D5C6D90D-BDC4-4A2D-9D1B-8874C2E78FC8}"/>
    <dgm:cxn modelId="{21F520D7-6583-2D42-BDCA-F4EE25C8EC67}" type="presOf" srcId="{6A713075-2DF4-4FB6-A462-15FB65F12B13}" destId="{57C50FA9-C8D3-EB48-867E-8BF2F078E1AB}" srcOrd="0" destOrd="0" presId="urn:microsoft.com/office/officeart/2005/8/layout/vList2"/>
    <dgm:cxn modelId="{A9AF3EF5-FC7A-4538-9D68-609B6C77CF86}" srcId="{64C788A9-142D-4B2F-9E34-285073FD40ED}" destId="{6A713075-2DF4-4FB6-A462-15FB65F12B13}" srcOrd="0" destOrd="0" parTransId="{3AD35ECC-BA1E-4C11-8249-B5ED5CBA2F53}" sibTransId="{2406A1BA-4B2D-4045-96C4-E5D7347C0C23}"/>
    <dgm:cxn modelId="{A4B41FCB-204D-5440-9138-7A247305257B}" type="presParOf" srcId="{0A804789-A9FA-8D4F-8246-242E36F7812B}" destId="{57C50FA9-C8D3-EB48-867E-8BF2F078E1AB}" srcOrd="0" destOrd="0" presId="urn:microsoft.com/office/officeart/2005/8/layout/vList2"/>
    <dgm:cxn modelId="{23332059-6592-844D-99BF-1C6E42D557F9}" type="presParOf" srcId="{0A804789-A9FA-8D4F-8246-242E36F7812B}" destId="{66A035B9-ED42-3C44-9815-EFFB6B2B5AC8}" srcOrd="1" destOrd="0" presId="urn:microsoft.com/office/officeart/2005/8/layout/vList2"/>
    <dgm:cxn modelId="{5168C6A7-8A02-A942-A200-DC8B2BD01059}" type="presParOf" srcId="{0A804789-A9FA-8D4F-8246-242E36F7812B}" destId="{5327E3FB-EAA9-9E42-9A94-ECBFE793DB21}" srcOrd="2" destOrd="0" presId="urn:microsoft.com/office/officeart/2005/8/layout/vList2"/>
    <dgm:cxn modelId="{76B728CB-6BEC-E34D-B241-3D3A4171D2F2}" type="presParOf" srcId="{0A804789-A9FA-8D4F-8246-242E36F7812B}" destId="{8A842E5C-D88C-0B4C-AE5A-DBBA34024CF5}" srcOrd="3" destOrd="0" presId="urn:microsoft.com/office/officeart/2005/8/layout/vList2"/>
    <dgm:cxn modelId="{BB3D4AB6-6321-CC47-B7DC-E36036CC4582}" type="presParOf" srcId="{0A804789-A9FA-8D4F-8246-242E36F7812B}" destId="{68AFCECC-5B53-1140-B248-05C6ADD630E2}" srcOrd="4" destOrd="0" presId="urn:microsoft.com/office/officeart/2005/8/layout/vList2"/>
    <dgm:cxn modelId="{82949486-4B9F-7A4D-BB72-41B329AFBABD}" type="presParOf" srcId="{0A804789-A9FA-8D4F-8246-242E36F7812B}" destId="{A0B03BFF-408F-7249-A146-77A8559B441F}" srcOrd="5" destOrd="0" presId="urn:microsoft.com/office/officeart/2005/8/layout/vList2"/>
    <dgm:cxn modelId="{C69BD11E-9984-0D49-945D-554D0E99DDA3}" type="presParOf" srcId="{0A804789-A9FA-8D4F-8246-242E36F7812B}" destId="{078D4A1B-D187-C74E-8CDB-658605FEE218}" srcOrd="6" destOrd="0" presId="urn:microsoft.com/office/officeart/2005/8/layout/vList2"/>
    <dgm:cxn modelId="{8347535C-1B45-8D4F-AF5B-55FC2A22BF84}" type="presParOf" srcId="{0A804789-A9FA-8D4F-8246-242E36F7812B}" destId="{40752A82-2D36-764F-8BD9-E7411942E4B1}" srcOrd="7" destOrd="0" presId="urn:microsoft.com/office/officeart/2005/8/layout/vList2"/>
    <dgm:cxn modelId="{DE8F9B7F-898A-484D-B8BF-B60EE476C92F}" type="presParOf" srcId="{0A804789-A9FA-8D4F-8246-242E36F7812B}" destId="{008A20B3-E979-D447-A794-9E80F7D91D0E}" srcOrd="8" destOrd="0" presId="urn:microsoft.com/office/officeart/2005/8/layout/vList2"/>
    <dgm:cxn modelId="{E711D99D-3E45-864E-B309-A18EE37C2519}" type="presParOf" srcId="{0A804789-A9FA-8D4F-8246-242E36F7812B}" destId="{DF4FB3C3-83AC-CC46-9C96-D76E2960BF8E}" srcOrd="9" destOrd="0" presId="urn:microsoft.com/office/officeart/2005/8/layout/vList2"/>
    <dgm:cxn modelId="{99F1514B-B458-3E48-99E8-169E6F0D674C}" type="presParOf" srcId="{0A804789-A9FA-8D4F-8246-242E36F7812B}" destId="{5E60CCBB-BFA7-5C4E-88C3-D6E4147719F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DA1FB68-E2F2-42D2-81FA-EB79D562E42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C71834-2DFE-470E-B9D3-D7021CB62EB4}">
      <dgm:prSet/>
      <dgm:spPr/>
      <dgm:t>
        <a:bodyPr/>
        <a:lstStyle/>
        <a:p>
          <a:r>
            <a:rPr lang="en-US" dirty="0"/>
            <a:t>How are data stored in specific file systems?</a:t>
          </a:r>
        </a:p>
      </dgm:t>
    </dgm:pt>
    <dgm:pt modelId="{05C46929-EDC4-4C7D-8FF1-D7D6E0596DA7}" type="parTrans" cxnId="{2D2B53BD-65C4-4431-BB71-A908B225568C}">
      <dgm:prSet/>
      <dgm:spPr/>
      <dgm:t>
        <a:bodyPr/>
        <a:lstStyle/>
        <a:p>
          <a:endParaRPr lang="en-US"/>
        </a:p>
      </dgm:t>
    </dgm:pt>
    <dgm:pt modelId="{5C83B72B-650A-4F47-858C-36675A82F63C}" type="sibTrans" cxnId="{2D2B53BD-65C4-4431-BB71-A908B225568C}">
      <dgm:prSet/>
      <dgm:spPr/>
      <dgm:t>
        <a:bodyPr/>
        <a:lstStyle/>
        <a:p>
          <a:endParaRPr lang="en-US"/>
        </a:p>
      </dgm:t>
    </dgm:pt>
    <dgm:pt modelId="{1F1CB988-05A8-4718-AB47-4D86D34C7DDA}">
      <dgm:prSet/>
      <dgm:spPr/>
      <dgm:t>
        <a:bodyPr/>
        <a:lstStyle/>
        <a:p>
          <a:r>
            <a:rPr lang="en-US"/>
            <a:t>With a paper form, a label precedes the boxes and tells you that the boxes are for the name or address.</a:t>
          </a:r>
        </a:p>
      </dgm:t>
    </dgm:pt>
    <dgm:pt modelId="{BA2C2CFE-9D73-4B26-AF5B-D27A974C0A83}" type="parTrans" cxnId="{586B90A6-8D79-460C-AFCB-A32FD4D5CC21}">
      <dgm:prSet/>
      <dgm:spPr/>
      <dgm:t>
        <a:bodyPr/>
        <a:lstStyle/>
        <a:p>
          <a:endParaRPr lang="en-US"/>
        </a:p>
      </dgm:t>
    </dgm:pt>
    <dgm:pt modelId="{67F61399-D46E-447A-A2A7-F80AACD62326}" type="sibTrans" cxnId="{586B90A6-8D79-460C-AFCB-A32FD4D5CC21}">
      <dgm:prSet/>
      <dgm:spPr/>
      <dgm:t>
        <a:bodyPr/>
        <a:lstStyle/>
        <a:p>
          <a:endParaRPr lang="en-US"/>
        </a:p>
      </dgm:t>
    </dgm:pt>
    <dgm:pt modelId="{A461DCD4-C4A8-4D49-A7EA-7B0086E040E0}">
      <dgm:prSet/>
      <dgm:spPr/>
      <dgm:t>
        <a:bodyPr/>
        <a:lstStyle/>
        <a:p>
          <a:r>
            <a:rPr lang="en-US"/>
            <a:t>Computers do not, generally, precede file system data with a label. </a:t>
          </a:r>
        </a:p>
      </dgm:t>
    </dgm:pt>
    <dgm:pt modelId="{893DD297-5348-465D-BA0B-B5B86F8D090B}" type="parTrans" cxnId="{A3E8BBA0-812A-4BDB-AF5C-0ADE0146DF81}">
      <dgm:prSet/>
      <dgm:spPr/>
      <dgm:t>
        <a:bodyPr/>
        <a:lstStyle/>
        <a:p>
          <a:endParaRPr lang="en-US"/>
        </a:p>
      </dgm:t>
    </dgm:pt>
    <dgm:pt modelId="{45AD8597-CDBB-46DD-B4B1-BA57155E6741}" type="sibTrans" cxnId="{A3E8BBA0-812A-4BDB-AF5C-0ADE0146DF81}">
      <dgm:prSet/>
      <dgm:spPr/>
      <dgm:t>
        <a:bodyPr/>
        <a:lstStyle/>
        <a:p>
          <a:endParaRPr lang="en-US"/>
        </a:p>
      </dgm:t>
    </dgm:pt>
    <dgm:pt modelId="{7BD9EA24-5DA2-44A2-A072-763A15B09146}">
      <dgm:prSet/>
      <dgm:spPr/>
      <dgm:t>
        <a:bodyPr/>
        <a:lstStyle/>
        <a:p>
          <a:r>
            <a:rPr lang="en-US"/>
            <a:t>Instead, they simply know that the first 32 bytes are for a person's name and the next 32 bytes are for the street name.</a:t>
          </a:r>
        </a:p>
      </dgm:t>
    </dgm:pt>
    <dgm:pt modelId="{7F64A290-97A1-4BBF-B5E5-5B3A4EF34109}" type="parTrans" cxnId="{06EA2510-043C-4875-8F9A-2ED0F1797FD0}">
      <dgm:prSet/>
      <dgm:spPr/>
      <dgm:t>
        <a:bodyPr/>
        <a:lstStyle/>
        <a:p>
          <a:endParaRPr lang="en-US"/>
        </a:p>
      </dgm:t>
    </dgm:pt>
    <dgm:pt modelId="{7704054A-B404-4E43-98CF-95065C10C419}" type="sibTrans" cxnId="{06EA2510-043C-4875-8F9A-2ED0F1797FD0}">
      <dgm:prSet/>
      <dgm:spPr/>
      <dgm:t>
        <a:bodyPr/>
        <a:lstStyle/>
        <a:p>
          <a:endParaRPr lang="en-US"/>
        </a:p>
      </dgm:t>
    </dgm:pt>
    <dgm:pt modelId="{A6B6F2DB-0AED-F046-840A-F7A544325889}" type="pres">
      <dgm:prSet presAssocID="{4DA1FB68-E2F2-42D2-81FA-EB79D562E42A}" presName="linear" presStyleCnt="0">
        <dgm:presLayoutVars>
          <dgm:animLvl val="lvl"/>
          <dgm:resizeHandles val="exact"/>
        </dgm:presLayoutVars>
      </dgm:prSet>
      <dgm:spPr/>
    </dgm:pt>
    <dgm:pt modelId="{BF5D273D-E796-7F43-8DE5-5EA4B9884255}" type="pres">
      <dgm:prSet presAssocID="{71C71834-2DFE-470E-B9D3-D7021CB62EB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829829D-0DFA-B24F-9DB0-B3E5D074268C}" type="pres">
      <dgm:prSet presAssocID="{5C83B72B-650A-4F47-858C-36675A82F63C}" presName="spacer" presStyleCnt="0"/>
      <dgm:spPr/>
    </dgm:pt>
    <dgm:pt modelId="{9D90ECE0-5AB3-0B46-9501-9B6F7D1C7F07}" type="pres">
      <dgm:prSet presAssocID="{1F1CB988-05A8-4718-AB47-4D86D34C7DD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017E614-D52B-C24C-886B-FF0BF46554C9}" type="pres">
      <dgm:prSet presAssocID="{67F61399-D46E-447A-A2A7-F80AACD62326}" presName="spacer" presStyleCnt="0"/>
      <dgm:spPr/>
    </dgm:pt>
    <dgm:pt modelId="{E831019B-D6BB-F04D-8BB2-9EA6FB269FEA}" type="pres">
      <dgm:prSet presAssocID="{A461DCD4-C4A8-4D49-A7EA-7B0086E040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7747AA5-8096-B844-AE95-317D480BF025}" type="pres">
      <dgm:prSet presAssocID="{45AD8597-CDBB-46DD-B4B1-BA57155E6741}" presName="spacer" presStyleCnt="0"/>
      <dgm:spPr/>
    </dgm:pt>
    <dgm:pt modelId="{1BAFCE60-00DE-8E49-B308-6A5679F83DD6}" type="pres">
      <dgm:prSet presAssocID="{7BD9EA24-5DA2-44A2-A072-763A15B0914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6EA2510-043C-4875-8F9A-2ED0F1797FD0}" srcId="{4DA1FB68-E2F2-42D2-81FA-EB79D562E42A}" destId="{7BD9EA24-5DA2-44A2-A072-763A15B09146}" srcOrd="3" destOrd="0" parTransId="{7F64A290-97A1-4BBF-B5E5-5B3A4EF34109}" sibTransId="{7704054A-B404-4E43-98CF-95065C10C419}"/>
    <dgm:cxn modelId="{C01F3121-C1AF-BB43-AA94-E321EB61A59B}" type="presOf" srcId="{A461DCD4-C4A8-4D49-A7EA-7B0086E040E0}" destId="{E831019B-D6BB-F04D-8BB2-9EA6FB269FEA}" srcOrd="0" destOrd="0" presId="urn:microsoft.com/office/officeart/2005/8/layout/vList2"/>
    <dgm:cxn modelId="{506DA735-A68D-8241-B148-4E44C09E4C3E}" type="presOf" srcId="{1F1CB988-05A8-4718-AB47-4D86D34C7DDA}" destId="{9D90ECE0-5AB3-0B46-9501-9B6F7D1C7F07}" srcOrd="0" destOrd="0" presId="urn:microsoft.com/office/officeart/2005/8/layout/vList2"/>
    <dgm:cxn modelId="{DEFCD86D-F229-DF4F-87A0-1669F23B0BFD}" type="presOf" srcId="{7BD9EA24-5DA2-44A2-A072-763A15B09146}" destId="{1BAFCE60-00DE-8E49-B308-6A5679F83DD6}" srcOrd="0" destOrd="0" presId="urn:microsoft.com/office/officeart/2005/8/layout/vList2"/>
    <dgm:cxn modelId="{0CA9BB54-676A-5448-A8F2-DCD2CC422DCE}" type="presOf" srcId="{4DA1FB68-E2F2-42D2-81FA-EB79D562E42A}" destId="{A6B6F2DB-0AED-F046-840A-F7A544325889}" srcOrd="0" destOrd="0" presId="urn:microsoft.com/office/officeart/2005/8/layout/vList2"/>
    <dgm:cxn modelId="{31FD9584-9A29-CF43-8B4F-D644D67DE854}" type="presOf" srcId="{71C71834-2DFE-470E-B9D3-D7021CB62EB4}" destId="{BF5D273D-E796-7F43-8DE5-5EA4B9884255}" srcOrd="0" destOrd="0" presId="urn:microsoft.com/office/officeart/2005/8/layout/vList2"/>
    <dgm:cxn modelId="{A3E8BBA0-812A-4BDB-AF5C-0ADE0146DF81}" srcId="{4DA1FB68-E2F2-42D2-81FA-EB79D562E42A}" destId="{A461DCD4-C4A8-4D49-A7EA-7B0086E040E0}" srcOrd="2" destOrd="0" parTransId="{893DD297-5348-465D-BA0B-B5B86F8D090B}" sibTransId="{45AD8597-CDBB-46DD-B4B1-BA57155E6741}"/>
    <dgm:cxn modelId="{586B90A6-8D79-460C-AFCB-A32FD4D5CC21}" srcId="{4DA1FB68-E2F2-42D2-81FA-EB79D562E42A}" destId="{1F1CB988-05A8-4718-AB47-4D86D34C7DDA}" srcOrd="1" destOrd="0" parTransId="{BA2C2CFE-9D73-4B26-AF5B-D27A974C0A83}" sibTransId="{67F61399-D46E-447A-A2A7-F80AACD62326}"/>
    <dgm:cxn modelId="{2D2B53BD-65C4-4431-BB71-A908B225568C}" srcId="{4DA1FB68-E2F2-42D2-81FA-EB79D562E42A}" destId="{71C71834-2DFE-470E-B9D3-D7021CB62EB4}" srcOrd="0" destOrd="0" parTransId="{05C46929-EDC4-4C7D-8FF1-D7D6E0596DA7}" sibTransId="{5C83B72B-650A-4F47-858C-36675A82F63C}"/>
    <dgm:cxn modelId="{DC029022-068A-9A43-B03F-07DFB67A41DE}" type="presParOf" srcId="{A6B6F2DB-0AED-F046-840A-F7A544325889}" destId="{BF5D273D-E796-7F43-8DE5-5EA4B9884255}" srcOrd="0" destOrd="0" presId="urn:microsoft.com/office/officeart/2005/8/layout/vList2"/>
    <dgm:cxn modelId="{21E939A1-CFDF-644E-BD85-50161BB2E90D}" type="presParOf" srcId="{A6B6F2DB-0AED-F046-840A-F7A544325889}" destId="{9829829D-0DFA-B24F-9DB0-B3E5D074268C}" srcOrd="1" destOrd="0" presId="urn:microsoft.com/office/officeart/2005/8/layout/vList2"/>
    <dgm:cxn modelId="{50F7C383-8852-E143-89CD-23A33EE301FD}" type="presParOf" srcId="{A6B6F2DB-0AED-F046-840A-F7A544325889}" destId="{9D90ECE0-5AB3-0B46-9501-9B6F7D1C7F07}" srcOrd="2" destOrd="0" presId="urn:microsoft.com/office/officeart/2005/8/layout/vList2"/>
    <dgm:cxn modelId="{8E4E120F-3937-F84C-9DF1-EB58CA34C76D}" type="presParOf" srcId="{A6B6F2DB-0AED-F046-840A-F7A544325889}" destId="{5017E614-D52B-C24C-886B-FF0BF46554C9}" srcOrd="3" destOrd="0" presId="urn:microsoft.com/office/officeart/2005/8/layout/vList2"/>
    <dgm:cxn modelId="{8FF795AA-C835-874A-B524-2CB541422A6C}" type="presParOf" srcId="{A6B6F2DB-0AED-F046-840A-F7A544325889}" destId="{E831019B-D6BB-F04D-8BB2-9EA6FB269FEA}" srcOrd="4" destOrd="0" presId="urn:microsoft.com/office/officeart/2005/8/layout/vList2"/>
    <dgm:cxn modelId="{87E3ED5F-E4E7-264D-BE15-2B29666E757D}" type="presParOf" srcId="{A6B6F2DB-0AED-F046-840A-F7A544325889}" destId="{C7747AA5-8096-B844-AE95-317D480BF025}" srcOrd="5" destOrd="0" presId="urn:microsoft.com/office/officeart/2005/8/layout/vList2"/>
    <dgm:cxn modelId="{335F2E5C-5E0E-0347-AB0E-3DEB06A582C3}" type="presParOf" srcId="{A6B6F2DB-0AED-F046-840A-F7A544325889}" destId="{1BAFCE60-00DE-8E49-B308-6A5679F83DD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B2923C2-AD9E-4D20-871A-2161EC8EE9F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443124-F2A0-4205-9707-BFB721FF36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Computers know the layout of the data because of data structures. </a:t>
          </a:r>
        </a:p>
      </dgm:t>
    </dgm:pt>
    <dgm:pt modelId="{283ED56D-EBEC-40A1-AF70-04465B6A1855}" type="parTrans" cxnId="{F38013E9-3710-4504-86E6-A8E7E844AABE}">
      <dgm:prSet/>
      <dgm:spPr/>
      <dgm:t>
        <a:bodyPr/>
        <a:lstStyle/>
        <a:p>
          <a:endParaRPr lang="en-US"/>
        </a:p>
      </dgm:t>
    </dgm:pt>
    <dgm:pt modelId="{1B541582-CEE6-4B3D-B3D6-295E4C836204}" type="sibTrans" cxnId="{F38013E9-3710-4504-86E6-A8E7E844AABE}">
      <dgm:prSet/>
      <dgm:spPr/>
      <dgm:t>
        <a:bodyPr/>
        <a:lstStyle/>
        <a:p>
          <a:endParaRPr lang="en-US"/>
        </a:p>
      </dgm:t>
    </dgm:pt>
    <dgm:pt modelId="{16BC1D16-92C0-4776-AD27-B703BFF7DB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data structure describes how data are laid out. </a:t>
          </a:r>
        </a:p>
      </dgm:t>
    </dgm:pt>
    <dgm:pt modelId="{5E8A8E47-A8D7-44EC-8E73-527528885ADF}" type="parTrans" cxnId="{EA00CFE8-3F94-45CF-81CB-E06FFA551CC7}">
      <dgm:prSet/>
      <dgm:spPr/>
      <dgm:t>
        <a:bodyPr/>
        <a:lstStyle/>
        <a:p>
          <a:endParaRPr lang="en-US"/>
        </a:p>
      </dgm:t>
    </dgm:pt>
    <dgm:pt modelId="{300C5566-7315-4B93-81D9-449121FB0B8C}" type="sibTrans" cxnId="{EA00CFE8-3F94-45CF-81CB-E06FFA551CC7}">
      <dgm:prSet/>
      <dgm:spPr/>
      <dgm:t>
        <a:bodyPr/>
        <a:lstStyle/>
        <a:p>
          <a:endParaRPr lang="en-US"/>
        </a:p>
      </dgm:t>
    </dgm:pt>
    <dgm:pt modelId="{92B91A97-0D8D-4990-B256-BA178DF7D1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works like a template or map. </a:t>
          </a:r>
        </a:p>
      </dgm:t>
    </dgm:pt>
    <dgm:pt modelId="{3AB2AFDF-08D9-4137-B61E-D06643BF7E2A}" type="parTrans" cxnId="{68A5F464-7681-47F0-9F15-02BC7D60CE57}">
      <dgm:prSet/>
      <dgm:spPr/>
      <dgm:t>
        <a:bodyPr/>
        <a:lstStyle/>
        <a:p>
          <a:endParaRPr lang="en-US"/>
        </a:p>
      </dgm:t>
    </dgm:pt>
    <dgm:pt modelId="{4C4D0BF6-894C-4443-BF80-BA28047EF0A0}" type="sibTrans" cxnId="{68A5F464-7681-47F0-9F15-02BC7D60CE57}">
      <dgm:prSet/>
      <dgm:spPr/>
      <dgm:t>
        <a:bodyPr/>
        <a:lstStyle/>
        <a:p>
          <a:endParaRPr lang="en-US"/>
        </a:p>
      </dgm:t>
    </dgm:pt>
    <dgm:pt modelId="{5BE747DF-EABB-4C46-800A-595902D113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data structure is broken up into fields, and each field has a size.</a:t>
          </a:r>
        </a:p>
      </dgm:t>
    </dgm:pt>
    <dgm:pt modelId="{5BB09BC8-756B-46B8-B101-4AE3C85F2276}" type="parTrans" cxnId="{2B9E7877-DD7F-4111-86A8-2E331077D1F1}">
      <dgm:prSet/>
      <dgm:spPr/>
      <dgm:t>
        <a:bodyPr/>
        <a:lstStyle/>
        <a:p>
          <a:endParaRPr lang="en-US"/>
        </a:p>
      </dgm:t>
    </dgm:pt>
    <dgm:pt modelId="{6BBE3A6C-542B-45A4-AFC7-62BA70E0987B}" type="sibTrans" cxnId="{2B9E7877-DD7F-4111-86A8-2E331077D1F1}">
      <dgm:prSet/>
      <dgm:spPr/>
      <dgm:t>
        <a:bodyPr/>
        <a:lstStyle/>
        <a:p>
          <a:endParaRPr lang="en-US"/>
        </a:p>
      </dgm:t>
    </dgm:pt>
    <dgm:pt modelId="{CEFCCC30-685F-4E66-827D-EF5B14742CC5}" type="pres">
      <dgm:prSet presAssocID="{2B2923C2-AD9E-4D20-871A-2161EC8EE9FF}" presName="root" presStyleCnt="0">
        <dgm:presLayoutVars>
          <dgm:dir/>
          <dgm:resizeHandles val="exact"/>
        </dgm:presLayoutVars>
      </dgm:prSet>
      <dgm:spPr/>
    </dgm:pt>
    <dgm:pt modelId="{D44D8EA9-EC7F-45A2-A726-8D0DDB1A7D35}" type="pres">
      <dgm:prSet presAssocID="{91443124-F2A0-4205-9707-BFB721FF3623}" presName="compNode" presStyleCnt="0"/>
      <dgm:spPr/>
    </dgm:pt>
    <dgm:pt modelId="{F0991734-E9B7-4242-A1AE-E0FDFD7AECEB}" type="pres">
      <dgm:prSet presAssocID="{91443124-F2A0-4205-9707-BFB721FF3623}" presName="bgRect" presStyleLbl="bgShp" presStyleIdx="0" presStyleCnt="4"/>
      <dgm:spPr/>
    </dgm:pt>
    <dgm:pt modelId="{D9FA0BA9-AECD-449A-81CB-FA1DEF116DF2}" type="pres">
      <dgm:prSet presAssocID="{91443124-F2A0-4205-9707-BFB721FF362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6C48319-97AE-497B-B5B4-CB1EC1A8E099}" type="pres">
      <dgm:prSet presAssocID="{91443124-F2A0-4205-9707-BFB721FF3623}" presName="spaceRect" presStyleCnt="0"/>
      <dgm:spPr/>
    </dgm:pt>
    <dgm:pt modelId="{F3DBDC59-1B38-47F3-8730-D8073AF76F5F}" type="pres">
      <dgm:prSet presAssocID="{91443124-F2A0-4205-9707-BFB721FF3623}" presName="parTx" presStyleLbl="revTx" presStyleIdx="0" presStyleCnt="4">
        <dgm:presLayoutVars>
          <dgm:chMax val="0"/>
          <dgm:chPref val="0"/>
        </dgm:presLayoutVars>
      </dgm:prSet>
      <dgm:spPr/>
    </dgm:pt>
    <dgm:pt modelId="{FB8278E4-587E-40CE-9AD8-70945B819B6D}" type="pres">
      <dgm:prSet presAssocID="{1B541582-CEE6-4B3D-B3D6-295E4C836204}" presName="sibTrans" presStyleCnt="0"/>
      <dgm:spPr/>
    </dgm:pt>
    <dgm:pt modelId="{464C0CC6-A9EA-4F5C-90CB-CEC578564C42}" type="pres">
      <dgm:prSet presAssocID="{16BC1D16-92C0-4776-AD27-B703BFF7DB01}" presName="compNode" presStyleCnt="0"/>
      <dgm:spPr/>
    </dgm:pt>
    <dgm:pt modelId="{C1B54589-83F8-4D7F-8CFB-3E8EB6FBC912}" type="pres">
      <dgm:prSet presAssocID="{16BC1D16-92C0-4776-AD27-B703BFF7DB01}" presName="bgRect" presStyleLbl="bgShp" presStyleIdx="1" presStyleCnt="4"/>
      <dgm:spPr/>
    </dgm:pt>
    <dgm:pt modelId="{44AE1E09-120E-4983-820F-E6A5FE05DCB8}" type="pres">
      <dgm:prSet presAssocID="{16BC1D16-92C0-4776-AD27-B703BFF7DB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1468FB3-9346-4F8F-8900-4ECD517971E8}" type="pres">
      <dgm:prSet presAssocID="{16BC1D16-92C0-4776-AD27-B703BFF7DB01}" presName="spaceRect" presStyleCnt="0"/>
      <dgm:spPr/>
    </dgm:pt>
    <dgm:pt modelId="{57119319-3D5C-499E-B9B3-B363988184EA}" type="pres">
      <dgm:prSet presAssocID="{16BC1D16-92C0-4776-AD27-B703BFF7DB01}" presName="parTx" presStyleLbl="revTx" presStyleIdx="1" presStyleCnt="4">
        <dgm:presLayoutVars>
          <dgm:chMax val="0"/>
          <dgm:chPref val="0"/>
        </dgm:presLayoutVars>
      </dgm:prSet>
      <dgm:spPr/>
    </dgm:pt>
    <dgm:pt modelId="{768135B8-E6C5-46B9-9A5A-98A9991E6DF6}" type="pres">
      <dgm:prSet presAssocID="{300C5566-7315-4B93-81D9-449121FB0B8C}" presName="sibTrans" presStyleCnt="0"/>
      <dgm:spPr/>
    </dgm:pt>
    <dgm:pt modelId="{C308AF11-4430-474B-8B90-7EAAC4698F35}" type="pres">
      <dgm:prSet presAssocID="{92B91A97-0D8D-4990-B256-BA178DF7D1C3}" presName="compNode" presStyleCnt="0"/>
      <dgm:spPr/>
    </dgm:pt>
    <dgm:pt modelId="{09906BF5-5C06-41EA-908B-74448368DAAA}" type="pres">
      <dgm:prSet presAssocID="{92B91A97-0D8D-4990-B256-BA178DF7D1C3}" presName="bgRect" presStyleLbl="bgShp" presStyleIdx="2" presStyleCnt="4"/>
      <dgm:spPr/>
    </dgm:pt>
    <dgm:pt modelId="{943D5D10-9F6A-47FC-8B4C-237BD644D50A}" type="pres">
      <dgm:prSet presAssocID="{92B91A97-0D8D-4990-B256-BA178DF7D1C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D543FAE7-E0EC-4EF8-A7F0-0B5108B5040D}" type="pres">
      <dgm:prSet presAssocID="{92B91A97-0D8D-4990-B256-BA178DF7D1C3}" presName="spaceRect" presStyleCnt="0"/>
      <dgm:spPr/>
    </dgm:pt>
    <dgm:pt modelId="{3740DC7E-EE36-422D-A791-AC2DB85D3C8A}" type="pres">
      <dgm:prSet presAssocID="{92B91A97-0D8D-4990-B256-BA178DF7D1C3}" presName="parTx" presStyleLbl="revTx" presStyleIdx="2" presStyleCnt="4">
        <dgm:presLayoutVars>
          <dgm:chMax val="0"/>
          <dgm:chPref val="0"/>
        </dgm:presLayoutVars>
      </dgm:prSet>
      <dgm:spPr/>
    </dgm:pt>
    <dgm:pt modelId="{6044C476-B624-4F53-B70C-76CB05D7800B}" type="pres">
      <dgm:prSet presAssocID="{4C4D0BF6-894C-4443-BF80-BA28047EF0A0}" presName="sibTrans" presStyleCnt="0"/>
      <dgm:spPr/>
    </dgm:pt>
    <dgm:pt modelId="{F0DAA347-5E89-4519-99CA-CD973F03320C}" type="pres">
      <dgm:prSet presAssocID="{5BE747DF-EABB-4C46-800A-595902D113D3}" presName="compNode" presStyleCnt="0"/>
      <dgm:spPr/>
    </dgm:pt>
    <dgm:pt modelId="{B9BB71E1-79EE-4FB2-B2F2-A83F53AD60C4}" type="pres">
      <dgm:prSet presAssocID="{5BE747DF-EABB-4C46-800A-595902D113D3}" presName="bgRect" presStyleLbl="bgShp" presStyleIdx="3" presStyleCnt="4"/>
      <dgm:spPr/>
    </dgm:pt>
    <dgm:pt modelId="{1D4FE5B9-BFB2-4614-9F5B-57534467D493}" type="pres">
      <dgm:prSet presAssocID="{5BE747DF-EABB-4C46-800A-595902D113D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F4A60A4-70FC-4FEE-A2CA-C6C0399D77F1}" type="pres">
      <dgm:prSet presAssocID="{5BE747DF-EABB-4C46-800A-595902D113D3}" presName="spaceRect" presStyleCnt="0"/>
      <dgm:spPr/>
    </dgm:pt>
    <dgm:pt modelId="{ABCF3235-306F-4A29-BFD7-93DDC29D41A0}" type="pres">
      <dgm:prSet presAssocID="{5BE747DF-EABB-4C46-800A-595902D113D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6427A37-AC8A-4CAE-A3FD-6E2BE9F24544}" type="presOf" srcId="{16BC1D16-92C0-4776-AD27-B703BFF7DB01}" destId="{57119319-3D5C-499E-B9B3-B363988184EA}" srcOrd="0" destOrd="0" presId="urn:microsoft.com/office/officeart/2018/2/layout/IconVerticalSolidList"/>
    <dgm:cxn modelId="{68A5F464-7681-47F0-9F15-02BC7D60CE57}" srcId="{2B2923C2-AD9E-4D20-871A-2161EC8EE9FF}" destId="{92B91A97-0D8D-4990-B256-BA178DF7D1C3}" srcOrd="2" destOrd="0" parTransId="{3AB2AFDF-08D9-4137-B61E-D06643BF7E2A}" sibTransId="{4C4D0BF6-894C-4443-BF80-BA28047EF0A0}"/>
    <dgm:cxn modelId="{9A61136E-D566-4306-A203-CBBFF02BC3B5}" type="presOf" srcId="{5BE747DF-EABB-4C46-800A-595902D113D3}" destId="{ABCF3235-306F-4A29-BFD7-93DDC29D41A0}" srcOrd="0" destOrd="0" presId="urn:microsoft.com/office/officeart/2018/2/layout/IconVerticalSolidList"/>
    <dgm:cxn modelId="{2B9E7877-DD7F-4111-86A8-2E331077D1F1}" srcId="{2B2923C2-AD9E-4D20-871A-2161EC8EE9FF}" destId="{5BE747DF-EABB-4C46-800A-595902D113D3}" srcOrd="3" destOrd="0" parTransId="{5BB09BC8-756B-46B8-B101-4AE3C85F2276}" sibTransId="{6BBE3A6C-542B-45A4-AFC7-62BA70E0987B}"/>
    <dgm:cxn modelId="{59B70695-2E73-4189-8EF4-401834EFD157}" type="presOf" srcId="{91443124-F2A0-4205-9707-BFB721FF3623}" destId="{F3DBDC59-1B38-47F3-8730-D8073AF76F5F}" srcOrd="0" destOrd="0" presId="urn:microsoft.com/office/officeart/2018/2/layout/IconVerticalSolidList"/>
    <dgm:cxn modelId="{EA00CFE8-3F94-45CF-81CB-E06FFA551CC7}" srcId="{2B2923C2-AD9E-4D20-871A-2161EC8EE9FF}" destId="{16BC1D16-92C0-4776-AD27-B703BFF7DB01}" srcOrd="1" destOrd="0" parTransId="{5E8A8E47-A8D7-44EC-8E73-527528885ADF}" sibTransId="{300C5566-7315-4B93-81D9-449121FB0B8C}"/>
    <dgm:cxn modelId="{F38013E9-3710-4504-86E6-A8E7E844AABE}" srcId="{2B2923C2-AD9E-4D20-871A-2161EC8EE9FF}" destId="{91443124-F2A0-4205-9707-BFB721FF3623}" srcOrd="0" destOrd="0" parTransId="{283ED56D-EBEC-40A1-AF70-04465B6A1855}" sibTransId="{1B541582-CEE6-4B3D-B3D6-295E4C836204}"/>
    <dgm:cxn modelId="{7FD1C2ED-B797-416F-AAE4-74A294879383}" type="presOf" srcId="{92B91A97-0D8D-4990-B256-BA178DF7D1C3}" destId="{3740DC7E-EE36-422D-A791-AC2DB85D3C8A}" srcOrd="0" destOrd="0" presId="urn:microsoft.com/office/officeart/2018/2/layout/IconVerticalSolidList"/>
    <dgm:cxn modelId="{8E282DF0-71E8-43B5-B7F1-DED2B01C31C5}" type="presOf" srcId="{2B2923C2-AD9E-4D20-871A-2161EC8EE9FF}" destId="{CEFCCC30-685F-4E66-827D-EF5B14742CC5}" srcOrd="0" destOrd="0" presId="urn:microsoft.com/office/officeart/2018/2/layout/IconVerticalSolidList"/>
    <dgm:cxn modelId="{4EFB9560-6E53-4944-A0F4-A8627ADE6F79}" type="presParOf" srcId="{CEFCCC30-685F-4E66-827D-EF5B14742CC5}" destId="{D44D8EA9-EC7F-45A2-A726-8D0DDB1A7D35}" srcOrd="0" destOrd="0" presId="urn:microsoft.com/office/officeart/2018/2/layout/IconVerticalSolidList"/>
    <dgm:cxn modelId="{08447595-1321-4941-A7D0-EC65E76DC310}" type="presParOf" srcId="{D44D8EA9-EC7F-45A2-A726-8D0DDB1A7D35}" destId="{F0991734-E9B7-4242-A1AE-E0FDFD7AECEB}" srcOrd="0" destOrd="0" presId="urn:microsoft.com/office/officeart/2018/2/layout/IconVerticalSolidList"/>
    <dgm:cxn modelId="{72CB3D94-9A62-4720-97B9-07DBBD9124A4}" type="presParOf" srcId="{D44D8EA9-EC7F-45A2-A726-8D0DDB1A7D35}" destId="{D9FA0BA9-AECD-449A-81CB-FA1DEF116DF2}" srcOrd="1" destOrd="0" presId="urn:microsoft.com/office/officeart/2018/2/layout/IconVerticalSolidList"/>
    <dgm:cxn modelId="{6D8A7C62-0F76-4739-B7BB-6D5225090B71}" type="presParOf" srcId="{D44D8EA9-EC7F-45A2-A726-8D0DDB1A7D35}" destId="{66C48319-97AE-497B-B5B4-CB1EC1A8E099}" srcOrd="2" destOrd="0" presId="urn:microsoft.com/office/officeart/2018/2/layout/IconVerticalSolidList"/>
    <dgm:cxn modelId="{888BAA85-55A1-4B4C-AF34-5C59A1278678}" type="presParOf" srcId="{D44D8EA9-EC7F-45A2-A726-8D0DDB1A7D35}" destId="{F3DBDC59-1B38-47F3-8730-D8073AF76F5F}" srcOrd="3" destOrd="0" presId="urn:microsoft.com/office/officeart/2018/2/layout/IconVerticalSolidList"/>
    <dgm:cxn modelId="{D37DF18B-720D-4DD6-8F12-11C0C84DE940}" type="presParOf" srcId="{CEFCCC30-685F-4E66-827D-EF5B14742CC5}" destId="{FB8278E4-587E-40CE-9AD8-70945B819B6D}" srcOrd="1" destOrd="0" presId="urn:microsoft.com/office/officeart/2018/2/layout/IconVerticalSolidList"/>
    <dgm:cxn modelId="{8F7846FB-B85B-4E09-A985-372CC9B4E61A}" type="presParOf" srcId="{CEFCCC30-685F-4E66-827D-EF5B14742CC5}" destId="{464C0CC6-A9EA-4F5C-90CB-CEC578564C42}" srcOrd="2" destOrd="0" presId="urn:microsoft.com/office/officeart/2018/2/layout/IconVerticalSolidList"/>
    <dgm:cxn modelId="{4E7A0101-2A0C-46F8-AB65-2B43E1CB5225}" type="presParOf" srcId="{464C0CC6-A9EA-4F5C-90CB-CEC578564C42}" destId="{C1B54589-83F8-4D7F-8CFB-3E8EB6FBC912}" srcOrd="0" destOrd="0" presId="urn:microsoft.com/office/officeart/2018/2/layout/IconVerticalSolidList"/>
    <dgm:cxn modelId="{7D73A8BE-CDEF-4659-AAF1-F603069B40A4}" type="presParOf" srcId="{464C0CC6-A9EA-4F5C-90CB-CEC578564C42}" destId="{44AE1E09-120E-4983-820F-E6A5FE05DCB8}" srcOrd="1" destOrd="0" presId="urn:microsoft.com/office/officeart/2018/2/layout/IconVerticalSolidList"/>
    <dgm:cxn modelId="{F50E8B62-5B70-4DE3-B979-BCA827E5D002}" type="presParOf" srcId="{464C0CC6-A9EA-4F5C-90CB-CEC578564C42}" destId="{C1468FB3-9346-4F8F-8900-4ECD517971E8}" srcOrd="2" destOrd="0" presId="urn:microsoft.com/office/officeart/2018/2/layout/IconVerticalSolidList"/>
    <dgm:cxn modelId="{DE1E0C8E-9D73-446B-A685-18D8FB7DBD7A}" type="presParOf" srcId="{464C0CC6-A9EA-4F5C-90CB-CEC578564C42}" destId="{57119319-3D5C-499E-B9B3-B363988184EA}" srcOrd="3" destOrd="0" presId="urn:microsoft.com/office/officeart/2018/2/layout/IconVerticalSolidList"/>
    <dgm:cxn modelId="{78EB50E8-90DA-4228-A392-5DB9E304FF2B}" type="presParOf" srcId="{CEFCCC30-685F-4E66-827D-EF5B14742CC5}" destId="{768135B8-E6C5-46B9-9A5A-98A9991E6DF6}" srcOrd="3" destOrd="0" presId="urn:microsoft.com/office/officeart/2018/2/layout/IconVerticalSolidList"/>
    <dgm:cxn modelId="{C7EE1E7C-916E-47F2-9B2C-9FA1719EC82F}" type="presParOf" srcId="{CEFCCC30-685F-4E66-827D-EF5B14742CC5}" destId="{C308AF11-4430-474B-8B90-7EAAC4698F35}" srcOrd="4" destOrd="0" presId="urn:microsoft.com/office/officeart/2018/2/layout/IconVerticalSolidList"/>
    <dgm:cxn modelId="{7904B950-7492-4175-903D-ED2CCC131278}" type="presParOf" srcId="{C308AF11-4430-474B-8B90-7EAAC4698F35}" destId="{09906BF5-5C06-41EA-908B-74448368DAAA}" srcOrd="0" destOrd="0" presId="urn:microsoft.com/office/officeart/2018/2/layout/IconVerticalSolidList"/>
    <dgm:cxn modelId="{9A854C3F-BAAF-4371-904A-96B74D70A3F1}" type="presParOf" srcId="{C308AF11-4430-474B-8B90-7EAAC4698F35}" destId="{943D5D10-9F6A-47FC-8B4C-237BD644D50A}" srcOrd="1" destOrd="0" presId="urn:microsoft.com/office/officeart/2018/2/layout/IconVerticalSolidList"/>
    <dgm:cxn modelId="{21DE2383-AEC8-495D-B5DD-E21EC7D43D81}" type="presParOf" srcId="{C308AF11-4430-474B-8B90-7EAAC4698F35}" destId="{D543FAE7-E0EC-4EF8-A7F0-0B5108B5040D}" srcOrd="2" destOrd="0" presId="urn:microsoft.com/office/officeart/2018/2/layout/IconVerticalSolidList"/>
    <dgm:cxn modelId="{BBB307E7-CDC9-474B-873A-0EF61CD0DF52}" type="presParOf" srcId="{C308AF11-4430-474B-8B90-7EAAC4698F35}" destId="{3740DC7E-EE36-422D-A791-AC2DB85D3C8A}" srcOrd="3" destOrd="0" presId="urn:microsoft.com/office/officeart/2018/2/layout/IconVerticalSolidList"/>
    <dgm:cxn modelId="{3CA5BEFC-4FF9-4BF3-ADB3-7B5CF36AE39F}" type="presParOf" srcId="{CEFCCC30-685F-4E66-827D-EF5B14742CC5}" destId="{6044C476-B624-4F53-B70C-76CB05D7800B}" srcOrd="5" destOrd="0" presId="urn:microsoft.com/office/officeart/2018/2/layout/IconVerticalSolidList"/>
    <dgm:cxn modelId="{F4C3B922-3CEC-4962-B21E-11B8D51BD2AB}" type="presParOf" srcId="{CEFCCC30-685F-4E66-827D-EF5B14742CC5}" destId="{F0DAA347-5E89-4519-99CA-CD973F03320C}" srcOrd="6" destOrd="0" presId="urn:microsoft.com/office/officeart/2018/2/layout/IconVerticalSolidList"/>
    <dgm:cxn modelId="{9A7289D9-D03A-4673-B4C0-A2264EC57713}" type="presParOf" srcId="{F0DAA347-5E89-4519-99CA-CD973F03320C}" destId="{B9BB71E1-79EE-4FB2-B2F2-A83F53AD60C4}" srcOrd="0" destOrd="0" presId="urn:microsoft.com/office/officeart/2018/2/layout/IconVerticalSolidList"/>
    <dgm:cxn modelId="{5E70B6F6-0A65-4F63-9516-27E16D99EA80}" type="presParOf" srcId="{F0DAA347-5E89-4519-99CA-CD973F03320C}" destId="{1D4FE5B9-BFB2-4614-9F5B-57534467D493}" srcOrd="1" destOrd="0" presId="urn:microsoft.com/office/officeart/2018/2/layout/IconVerticalSolidList"/>
    <dgm:cxn modelId="{303FDC88-8A64-4AD1-AA25-A1E237AB0905}" type="presParOf" srcId="{F0DAA347-5E89-4519-99CA-CD973F03320C}" destId="{5F4A60A4-70FC-4FEE-A2CA-C6C0399D77F1}" srcOrd="2" destOrd="0" presId="urn:microsoft.com/office/officeart/2018/2/layout/IconVerticalSolidList"/>
    <dgm:cxn modelId="{33B685E1-25B5-465E-A431-3478216A4BEA}" type="presParOf" srcId="{F0DAA347-5E89-4519-99CA-CD973F03320C}" destId="{ABCF3235-306F-4A29-BFD7-93DDC29D41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A6944B0-E9CB-43BF-BC97-AE88A6297BA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48046D-021E-45FC-B8BC-7C6666BA64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Output from the xxd Unix tool.</a:t>
          </a:r>
        </a:p>
      </dgm:t>
    </dgm:pt>
    <dgm:pt modelId="{1D9F5A60-7F39-48CE-BA95-107B67A0A4E6}" type="parTrans" cxnId="{0F68B129-CC88-43EF-93AA-B8D1BC93D32A}">
      <dgm:prSet/>
      <dgm:spPr/>
      <dgm:t>
        <a:bodyPr/>
        <a:lstStyle/>
        <a:p>
          <a:endParaRPr lang="en-US"/>
        </a:p>
      </dgm:t>
    </dgm:pt>
    <dgm:pt modelId="{F74A2A0A-47BF-43DF-9925-3A4B48F1FBC5}" type="sibTrans" cxnId="{0F68B129-CC88-43EF-93AA-B8D1BC93D32A}">
      <dgm:prSet/>
      <dgm:spPr/>
      <dgm:t>
        <a:bodyPr/>
        <a:lstStyle/>
        <a:p>
          <a:endParaRPr lang="en-US"/>
        </a:p>
      </dgm:t>
    </dgm:pt>
    <dgm:pt modelId="{A41D7B9A-CEBB-4BBB-A9EA-5D929DDB13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left column is the byte offset of the row in decimal, the 8 middle columns are 16 bytes of the data in hexadecimal, and the last column is the ASCII equivalent of the data.</a:t>
          </a:r>
        </a:p>
      </dgm:t>
    </dgm:pt>
    <dgm:pt modelId="{DD939846-99F1-4806-8D73-462C9DABFC53}" type="parTrans" cxnId="{474A1EC3-7A03-4C6D-8ABE-0F178C11E426}">
      <dgm:prSet/>
      <dgm:spPr/>
      <dgm:t>
        <a:bodyPr/>
        <a:lstStyle/>
        <a:p>
          <a:endParaRPr lang="en-US"/>
        </a:p>
      </dgm:t>
    </dgm:pt>
    <dgm:pt modelId="{330E3D79-D3D6-4313-8450-726987F8FA57}" type="sibTrans" cxnId="{474A1EC3-7A03-4C6D-8ABE-0F178C11E426}">
      <dgm:prSet/>
      <dgm:spPr/>
      <dgm:t>
        <a:bodyPr/>
        <a:lstStyle/>
        <a:p>
          <a:endParaRPr lang="en-US"/>
        </a:p>
      </dgm:t>
    </dgm:pt>
    <dgm:pt modelId="{5A6B72B3-03D8-452E-AB2D-F50084D1DB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'.' exists where there is no printable ASCII character for the value.</a:t>
          </a:r>
        </a:p>
      </dgm:t>
    </dgm:pt>
    <dgm:pt modelId="{A607D462-4E0C-4F84-A43F-896620F66044}" type="parTrans" cxnId="{C3341D52-448D-426E-AC6B-BA47D7451EC1}">
      <dgm:prSet/>
      <dgm:spPr/>
      <dgm:t>
        <a:bodyPr/>
        <a:lstStyle/>
        <a:p>
          <a:endParaRPr lang="en-US"/>
        </a:p>
      </dgm:t>
    </dgm:pt>
    <dgm:pt modelId="{4A6981C6-614B-4888-AB3F-177BB7FE0B14}" type="sibTrans" cxnId="{C3341D52-448D-426E-AC6B-BA47D7451EC1}">
      <dgm:prSet/>
      <dgm:spPr/>
      <dgm:t>
        <a:bodyPr/>
        <a:lstStyle/>
        <a:p>
          <a:endParaRPr lang="en-US"/>
        </a:p>
      </dgm:t>
    </dgm:pt>
    <dgm:pt modelId="{25E0D0C6-3348-49A4-92E6-37638F5CD1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hexadecimal symbol represents 4 bits, so a byte needs 2 hexadecimal symbols.</a:t>
          </a:r>
        </a:p>
      </dgm:t>
    </dgm:pt>
    <dgm:pt modelId="{B656927B-0ECA-4C3C-A20C-1D330B57FD35}" type="parTrans" cxnId="{69563331-7210-4C84-B627-00C1F408B58C}">
      <dgm:prSet/>
      <dgm:spPr/>
      <dgm:t>
        <a:bodyPr/>
        <a:lstStyle/>
        <a:p>
          <a:endParaRPr lang="en-US"/>
        </a:p>
      </dgm:t>
    </dgm:pt>
    <dgm:pt modelId="{64FFB4FA-C229-4EEE-BDD5-5CAADB8315B4}" type="sibTrans" cxnId="{69563331-7210-4C84-B627-00C1F408B58C}">
      <dgm:prSet/>
      <dgm:spPr/>
      <dgm:t>
        <a:bodyPr/>
        <a:lstStyle/>
        <a:p>
          <a:endParaRPr lang="en-US"/>
        </a:p>
      </dgm:t>
    </dgm:pt>
    <dgm:pt modelId="{6D360901-652D-4E45-9287-459991D50E99}" type="pres">
      <dgm:prSet presAssocID="{0A6944B0-E9CB-43BF-BC97-AE88A6297BAB}" presName="root" presStyleCnt="0">
        <dgm:presLayoutVars>
          <dgm:dir/>
          <dgm:resizeHandles val="exact"/>
        </dgm:presLayoutVars>
      </dgm:prSet>
      <dgm:spPr/>
    </dgm:pt>
    <dgm:pt modelId="{420694AE-DF74-4B8A-B57B-588623EBB90C}" type="pres">
      <dgm:prSet presAssocID="{F048046D-021E-45FC-B8BC-7C6666BA64D4}" presName="compNode" presStyleCnt="0"/>
      <dgm:spPr/>
    </dgm:pt>
    <dgm:pt modelId="{91001ADF-4EC0-4523-91E8-2F6E5CA77C73}" type="pres">
      <dgm:prSet presAssocID="{F048046D-021E-45FC-B8BC-7C6666BA64D4}" presName="bgRect" presStyleLbl="bgShp" presStyleIdx="0" presStyleCnt="4"/>
      <dgm:spPr/>
    </dgm:pt>
    <dgm:pt modelId="{7BBEB180-80AB-4B26-BE56-4B8EFAD6AC77}" type="pres">
      <dgm:prSet presAssocID="{F048046D-021E-45FC-B8BC-7C6666BA64D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D478943-090A-4A12-AD4F-4341FB58E5D9}" type="pres">
      <dgm:prSet presAssocID="{F048046D-021E-45FC-B8BC-7C6666BA64D4}" presName="spaceRect" presStyleCnt="0"/>
      <dgm:spPr/>
    </dgm:pt>
    <dgm:pt modelId="{199969E6-0067-4498-8146-A9D85BBD610F}" type="pres">
      <dgm:prSet presAssocID="{F048046D-021E-45FC-B8BC-7C6666BA64D4}" presName="parTx" presStyleLbl="revTx" presStyleIdx="0" presStyleCnt="4">
        <dgm:presLayoutVars>
          <dgm:chMax val="0"/>
          <dgm:chPref val="0"/>
        </dgm:presLayoutVars>
      </dgm:prSet>
      <dgm:spPr/>
    </dgm:pt>
    <dgm:pt modelId="{F117C6B6-4BBC-4F31-85A2-BAAFD807C096}" type="pres">
      <dgm:prSet presAssocID="{F74A2A0A-47BF-43DF-9925-3A4B48F1FBC5}" presName="sibTrans" presStyleCnt="0"/>
      <dgm:spPr/>
    </dgm:pt>
    <dgm:pt modelId="{33B1C174-BCDC-409C-BC83-158EF39C8E43}" type="pres">
      <dgm:prSet presAssocID="{A41D7B9A-CEBB-4BBB-A9EA-5D929DDB1308}" presName="compNode" presStyleCnt="0"/>
      <dgm:spPr/>
    </dgm:pt>
    <dgm:pt modelId="{7DC235EA-FF62-4119-8884-095B71140BA9}" type="pres">
      <dgm:prSet presAssocID="{A41D7B9A-CEBB-4BBB-A9EA-5D929DDB1308}" presName="bgRect" presStyleLbl="bgShp" presStyleIdx="1" presStyleCnt="4"/>
      <dgm:spPr/>
    </dgm:pt>
    <dgm:pt modelId="{B17D35FD-A9D1-496F-B94C-15FBB97A85D0}" type="pres">
      <dgm:prSet presAssocID="{A41D7B9A-CEBB-4BBB-A9EA-5D929DDB130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816026C-540B-48AD-B28B-6CC51E62DA79}" type="pres">
      <dgm:prSet presAssocID="{A41D7B9A-CEBB-4BBB-A9EA-5D929DDB1308}" presName="spaceRect" presStyleCnt="0"/>
      <dgm:spPr/>
    </dgm:pt>
    <dgm:pt modelId="{AA074546-57F9-4ECF-A612-8B8B9E188AB8}" type="pres">
      <dgm:prSet presAssocID="{A41D7B9A-CEBB-4BBB-A9EA-5D929DDB1308}" presName="parTx" presStyleLbl="revTx" presStyleIdx="1" presStyleCnt="4">
        <dgm:presLayoutVars>
          <dgm:chMax val="0"/>
          <dgm:chPref val="0"/>
        </dgm:presLayoutVars>
      </dgm:prSet>
      <dgm:spPr/>
    </dgm:pt>
    <dgm:pt modelId="{E0CB0446-0134-4673-98F0-D854D9FB182E}" type="pres">
      <dgm:prSet presAssocID="{330E3D79-D3D6-4313-8450-726987F8FA57}" presName="sibTrans" presStyleCnt="0"/>
      <dgm:spPr/>
    </dgm:pt>
    <dgm:pt modelId="{5A299B59-801D-45EC-9C4A-143AC97E70C5}" type="pres">
      <dgm:prSet presAssocID="{5A6B72B3-03D8-452E-AB2D-F50084D1DB21}" presName="compNode" presStyleCnt="0"/>
      <dgm:spPr/>
    </dgm:pt>
    <dgm:pt modelId="{E130B8C8-BF0F-4626-812B-91670770D7D1}" type="pres">
      <dgm:prSet presAssocID="{5A6B72B3-03D8-452E-AB2D-F50084D1DB21}" presName="bgRect" presStyleLbl="bgShp" presStyleIdx="2" presStyleCnt="4"/>
      <dgm:spPr/>
    </dgm:pt>
    <dgm:pt modelId="{55153B16-CB53-44C5-94F4-7DCEFD2FE3D5}" type="pres">
      <dgm:prSet presAssocID="{5A6B72B3-03D8-452E-AB2D-F50084D1DB2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481F4BBE-9130-4676-8D9B-4B9BABB6186F}" type="pres">
      <dgm:prSet presAssocID="{5A6B72B3-03D8-452E-AB2D-F50084D1DB21}" presName="spaceRect" presStyleCnt="0"/>
      <dgm:spPr/>
    </dgm:pt>
    <dgm:pt modelId="{CD8D0307-7090-4212-AEA8-0FFDA0169B8C}" type="pres">
      <dgm:prSet presAssocID="{5A6B72B3-03D8-452E-AB2D-F50084D1DB21}" presName="parTx" presStyleLbl="revTx" presStyleIdx="2" presStyleCnt="4">
        <dgm:presLayoutVars>
          <dgm:chMax val="0"/>
          <dgm:chPref val="0"/>
        </dgm:presLayoutVars>
      </dgm:prSet>
      <dgm:spPr/>
    </dgm:pt>
    <dgm:pt modelId="{19B13A00-74FD-43BC-AAA2-DB84FCFFD4ED}" type="pres">
      <dgm:prSet presAssocID="{4A6981C6-614B-4888-AB3F-177BB7FE0B14}" presName="sibTrans" presStyleCnt="0"/>
      <dgm:spPr/>
    </dgm:pt>
    <dgm:pt modelId="{70495ABB-DD20-4726-ABCB-AB54E096AB89}" type="pres">
      <dgm:prSet presAssocID="{25E0D0C6-3348-49A4-92E6-37638F5CD101}" presName="compNode" presStyleCnt="0"/>
      <dgm:spPr/>
    </dgm:pt>
    <dgm:pt modelId="{FB89F526-38C6-42E8-A62D-81956D5BF208}" type="pres">
      <dgm:prSet presAssocID="{25E0D0C6-3348-49A4-92E6-37638F5CD101}" presName="bgRect" presStyleLbl="bgShp" presStyleIdx="3" presStyleCnt="4"/>
      <dgm:spPr/>
    </dgm:pt>
    <dgm:pt modelId="{78691366-D146-44D6-B1D8-A7B72EFCF87C}" type="pres">
      <dgm:prSet presAssocID="{25E0D0C6-3348-49A4-92E6-37638F5CD10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4C5AC793-DC97-4B38-B6EC-29DF7BBFD930}" type="pres">
      <dgm:prSet presAssocID="{25E0D0C6-3348-49A4-92E6-37638F5CD101}" presName="spaceRect" presStyleCnt="0"/>
      <dgm:spPr/>
    </dgm:pt>
    <dgm:pt modelId="{E399B2E4-28F6-45A7-B04A-DC1BF1D376D5}" type="pres">
      <dgm:prSet presAssocID="{25E0D0C6-3348-49A4-92E6-37638F5CD10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F68B129-CC88-43EF-93AA-B8D1BC93D32A}" srcId="{0A6944B0-E9CB-43BF-BC97-AE88A6297BAB}" destId="{F048046D-021E-45FC-B8BC-7C6666BA64D4}" srcOrd="0" destOrd="0" parTransId="{1D9F5A60-7F39-48CE-BA95-107B67A0A4E6}" sibTransId="{F74A2A0A-47BF-43DF-9925-3A4B48F1FBC5}"/>
    <dgm:cxn modelId="{69563331-7210-4C84-B627-00C1F408B58C}" srcId="{0A6944B0-E9CB-43BF-BC97-AE88A6297BAB}" destId="{25E0D0C6-3348-49A4-92E6-37638F5CD101}" srcOrd="3" destOrd="0" parTransId="{B656927B-0ECA-4C3C-A20C-1D330B57FD35}" sibTransId="{64FFB4FA-C229-4EEE-BDD5-5CAADB8315B4}"/>
    <dgm:cxn modelId="{C3341D52-448D-426E-AC6B-BA47D7451EC1}" srcId="{0A6944B0-E9CB-43BF-BC97-AE88A6297BAB}" destId="{5A6B72B3-03D8-452E-AB2D-F50084D1DB21}" srcOrd="2" destOrd="0" parTransId="{A607D462-4E0C-4F84-A43F-896620F66044}" sibTransId="{4A6981C6-614B-4888-AB3F-177BB7FE0B14}"/>
    <dgm:cxn modelId="{9260EBA1-9882-454B-8F32-CA56BCB1C0CE}" type="presOf" srcId="{F048046D-021E-45FC-B8BC-7C6666BA64D4}" destId="{199969E6-0067-4498-8146-A9D85BBD610F}" srcOrd="0" destOrd="0" presId="urn:microsoft.com/office/officeart/2018/2/layout/IconVerticalSolidList"/>
    <dgm:cxn modelId="{8BBAF6C2-0C4A-4626-B0ED-3FA24A9C9B28}" type="presOf" srcId="{0A6944B0-E9CB-43BF-BC97-AE88A6297BAB}" destId="{6D360901-652D-4E45-9287-459991D50E99}" srcOrd="0" destOrd="0" presId="urn:microsoft.com/office/officeart/2018/2/layout/IconVerticalSolidList"/>
    <dgm:cxn modelId="{474A1EC3-7A03-4C6D-8ABE-0F178C11E426}" srcId="{0A6944B0-E9CB-43BF-BC97-AE88A6297BAB}" destId="{A41D7B9A-CEBB-4BBB-A9EA-5D929DDB1308}" srcOrd="1" destOrd="0" parTransId="{DD939846-99F1-4806-8D73-462C9DABFC53}" sibTransId="{330E3D79-D3D6-4313-8450-726987F8FA57}"/>
    <dgm:cxn modelId="{0BE67DC3-C979-4041-92E9-EA7A21E3051E}" type="presOf" srcId="{5A6B72B3-03D8-452E-AB2D-F50084D1DB21}" destId="{CD8D0307-7090-4212-AEA8-0FFDA0169B8C}" srcOrd="0" destOrd="0" presId="urn:microsoft.com/office/officeart/2018/2/layout/IconVerticalSolidList"/>
    <dgm:cxn modelId="{30D6D5E4-7D49-4915-919E-2CF41F32A592}" type="presOf" srcId="{25E0D0C6-3348-49A4-92E6-37638F5CD101}" destId="{E399B2E4-28F6-45A7-B04A-DC1BF1D376D5}" srcOrd="0" destOrd="0" presId="urn:microsoft.com/office/officeart/2018/2/layout/IconVerticalSolidList"/>
    <dgm:cxn modelId="{5C9088F6-6CAB-44A4-9586-D0214EC27EF1}" type="presOf" srcId="{A41D7B9A-CEBB-4BBB-A9EA-5D929DDB1308}" destId="{AA074546-57F9-4ECF-A612-8B8B9E188AB8}" srcOrd="0" destOrd="0" presId="urn:microsoft.com/office/officeart/2018/2/layout/IconVerticalSolidList"/>
    <dgm:cxn modelId="{A016B954-2984-4470-9FAF-87733B6FE2FE}" type="presParOf" srcId="{6D360901-652D-4E45-9287-459991D50E99}" destId="{420694AE-DF74-4B8A-B57B-588623EBB90C}" srcOrd="0" destOrd="0" presId="urn:microsoft.com/office/officeart/2018/2/layout/IconVerticalSolidList"/>
    <dgm:cxn modelId="{C4F08597-8B2A-4818-8A34-05FFCD8321DF}" type="presParOf" srcId="{420694AE-DF74-4B8A-B57B-588623EBB90C}" destId="{91001ADF-4EC0-4523-91E8-2F6E5CA77C73}" srcOrd="0" destOrd="0" presId="urn:microsoft.com/office/officeart/2018/2/layout/IconVerticalSolidList"/>
    <dgm:cxn modelId="{35C0A18D-70A7-4DDA-B292-94529B7C8404}" type="presParOf" srcId="{420694AE-DF74-4B8A-B57B-588623EBB90C}" destId="{7BBEB180-80AB-4B26-BE56-4B8EFAD6AC77}" srcOrd="1" destOrd="0" presId="urn:microsoft.com/office/officeart/2018/2/layout/IconVerticalSolidList"/>
    <dgm:cxn modelId="{1A19505B-839C-4C3D-9C1E-B771C120AD69}" type="presParOf" srcId="{420694AE-DF74-4B8A-B57B-588623EBB90C}" destId="{ED478943-090A-4A12-AD4F-4341FB58E5D9}" srcOrd="2" destOrd="0" presId="urn:microsoft.com/office/officeart/2018/2/layout/IconVerticalSolidList"/>
    <dgm:cxn modelId="{28343CBD-703B-42B1-B3E0-011484786D5A}" type="presParOf" srcId="{420694AE-DF74-4B8A-B57B-588623EBB90C}" destId="{199969E6-0067-4498-8146-A9D85BBD610F}" srcOrd="3" destOrd="0" presId="urn:microsoft.com/office/officeart/2018/2/layout/IconVerticalSolidList"/>
    <dgm:cxn modelId="{FFCADDE4-1D5F-4FB4-B6BE-3490220D15B3}" type="presParOf" srcId="{6D360901-652D-4E45-9287-459991D50E99}" destId="{F117C6B6-4BBC-4F31-85A2-BAAFD807C096}" srcOrd="1" destOrd="0" presId="urn:microsoft.com/office/officeart/2018/2/layout/IconVerticalSolidList"/>
    <dgm:cxn modelId="{507CBF8D-24C1-4159-A959-10CD25D908F0}" type="presParOf" srcId="{6D360901-652D-4E45-9287-459991D50E99}" destId="{33B1C174-BCDC-409C-BC83-158EF39C8E43}" srcOrd="2" destOrd="0" presId="urn:microsoft.com/office/officeart/2018/2/layout/IconVerticalSolidList"/>
    <dgm:cxn modelId="{BBCBB17A-0543-4B01-A74D-C274638D6B6B}" type="presParOf" srcId="{33B1C174-BCDC-409C-BC83-158EF39C8E43}" destId="{7DC235EA-FF62-4119-8884-095B71140BA9}" srcOrd="0" destOrd="0" presId="urn:microsoft.com/office/officeart/2018/2/layout/IconVerticalSolidList"/>
    <dgm:cxn modelId="{9ACA1C4D-81CB-4B55-AF73-9627D8F16EFD}" type="presParOf" srcId="{33B1C174-BCDC-409C-BC83-158EF39C8E43}" destId="{B17D35FD-A9D1-496F-B94C-15FBB97A85D0}" srcOrd="1" destOrd="0" presId="urn:microsoft.com/office/officeart/2018/2/layout/IconVerticalSolidList"/>
    <dgm:cxn modelId="{93C787DD-090F-4EFE-B8E4-744402663767}" type="presParOf" srcId="{33B1C174-BCDC-409C-BC83-158EF39C8E43}" destId="{B816026C-540B-48AD-B28B-6CC51E62DA79}" srcOrd="2" destOrd="0" presId="urn:microsoft.com/office/officeart/2018/2/layout/IconVerticalSolidList"/>
    <dgm:cxn modelId="{2B7C2918-182A-4066-8439-A9CBD347CE12}" type="presParOf" srcId="{33B1C174-BCDC-409C-BC83-158EF39C8E43}" destId="{AA074546-57F9-4ECF-A612-8B8B9E188AB8}" srcOrd="3" destOrd="0" presId="urn:microsoft.com/office/officeart/2018/2/layout/IconVerticalSolidList"/>
    <dgm:cxn modelId="{0F19CA03-F8F6-435B-A0CD-9D8BC5B2E025}" type="presParOf" srcId="{6D360901-652D-4E45-9287-459991D50E99}" destId="{E0CB0446-0134-4673-98F0-D854D9FB182E}" srcOrd="3" destOrd="0" presId="urn:microsoft.com/office/officeart/2018/2/layout/IconVerticalSolidList"/>
    <dgm:cxn modelId="{AC27EC63-A772-44D0-9524-F1738F03BA33}" type="presParOf" srcId="{6D360901-652D-4E45-9287-459991D50E99}" destId="{5A299B59-801D-45EC-9C4A-143AC97E70C5}" srcOrd="4" destOrd="0" presId="urn:microsoft.com/office/officeart/2018/2/layout/IconVerticalSolidList"/>
    <dgm:cxn modelId="{F5A5155B-1CBA-4F56-9860-CA980D6B7FBA}" type="presParOf" srcId="{5A299B59-801D-45EC-9C4A-143AC97E70C5}" destId="{E130B8C8-BF0F-4626-812B-91670770D7D1}" srcOrd="0" destOrd="0" presId="urn:microsoft.com/office/officeart/2018/2/layout/IconVerticalSolidList"/>
    <dgm:cxn modelId="{1B7EEA5D-F7D9-45AB-AD7B-C33012CF2783}" type="presParOf" srcId="{5A299B59-801D-45EC-9C4A-143AC97E70C5}" destId="{55153B16-CB53-44C5-94F4-7DCEFD2FE3D5}" srcOrd="1" destOrd="0" presId="urn:microsoft.com/office/officeart/2018/2/layout/IconVerticalSolidList"/>
    <dgm:cxn modelId="{F6B84B4B-5A00-492A-8FFA-7A807EB59A29}" type="presParOf" srcId="{5A299B59-801D-45EC-9C4A-143AC97E70C5}" destId="{481F4BBE-9130-4676-8D9B-4B9BABB6186F}" srcOrd="2" destOrd="0" presId="urn:microsoft.com/office/officeart/2018/2/layout/IconVerticalSolidList"/>
    <dgm:cxn modelId="{2B3E2950-5744-4A0F-B7D3-17F31CE1007C}" type="presParOf" srcId="{5A299B59-801D-45EC-9C4A-143AC97E70C5}" destId="{CD8D0307-7090-4212-AEA8-0FFDA0169B8C}" srcOrd="3" destOrd="0" presId="urn:microsoft.com/office/officeart/2018/2/layout/IconVerticalSolidList"/>
    <dgm:cxn modelId="{4788DD87-FE86-40A6-B5D3-721A5207E522}" type="presParOf" srcId="{6D360901-652D-4E45-9287-459991D50E99}" destId="{19B13A00-74FD-43BC-AAA2-DB84FCFFD4ED}" srcOrd="5" destOrd="0" presId="urn:microsoft.com/office/officeart/2018/2/layout/IconVerticalSolidList"/>
    <dgm:cxn modelId="{3649E6EE-86AC-4015-9F22-7B98C6C7B523}" type="presParOf" srcId="{6D360901-652D-4E45-9287-459991D50E99}" destId="{70495ABB-DD20-4726-ABCB-AB54E096AB89}" srcOrd="6" destOrd="0" presId="urn:microsoft.com/office/officeart/2018/2/layout/IconVerticalSolidList"/>
    <dgm:cxn modelId="{D1FCD628-4616-49E2-9348-58BF448DA47D}" type="presParOf" srcId="{70495ABB-DD20-4726-ABCB-AB54E096AB89}" destId="{FB89F526-38C6-42E8-A62D-81956D5BF208}" srcOrd="0" destOrd="0" presId="urn:microsoft.com/office/officeart/2018/2/layout/IconVerticalSolidList"/>
    <dgm:cxn modelId="{57B95D34-8C91-47B9-892F-B8D749E2474C}" type="presParOf" srcId="{70495ABB-DD20-4726-ABCB-AB54E096AB89}" destId="{78691366-D146-44D6-B1D8-A7B72EFCF87C}" srcOrd="1" destOrd="0" presId="urn:microsoft.com/office/officeart/2018/2/layout/IconVerticalSolidList"/>
    <dgm:cxn modelId="{5C57E269-305D-478B-AD2C-50C426292D93}" type="presParOf" srcId="{70495ABB-DD20-4726-ABCB-AB54E096AB89}" destId="{4C5AC793-DC97-4B38-B6EC-29DF7BBFD930}" srcOrd="2" destOrd="0" presId="urn:microsoft.com/office/officeart/2018/2/layout/IconVerticalSolidList"/>
    <dgm:cxn modelId="{76FCCCD2-9DC4-43E6-8407-09AA9B656AEB}" type="presParOf" srcId="{70495ABB-DD20-4726-ABCB-AB54E096AB89}" destId="{E399B2E4-28F6-45A7-B04A-DC1BF1D376D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C488675-E784-4FE2-A2E3-922605784A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B4CB20F-CF9D-45DD-8BE9-2D0DED12A15B}">
      <dgm:prSet/>
      <dgm:spPr/>
      <dgm:t>
        <a:bodyPr/>
        <a:lstStyle/>
        <a:p>
          <a:r>
            <a:rPr lang="en-US"/>
            <a:t>Each address is 32 bytes, so the first address is in bytes 0 to 31. Bytes 0 to 1 should be the 2 byte number field, and bytes 2 to 31 should be the street name. </a:t>
          </a:r>
        </a:p>
      </dgm:t>
    </dgm:pt>
    <dgm:pt modelId="{18C769EA-4F4D-482E-BEB0-D3CBD27F73D4}" type="parTrans" cxnId="{99308EAC-B2B0-473A-84CE-D83468DE4A42}">
      <dgm:prSet/>
      <dgm:spPr/>
      <dgm:t>
        <a:bodyPr/>
        <a:lstStyle/>
        <a:p>
          <a:endParaRPr lang="en-US"/>
        </a:p>
      </dgm:t>
    </dgm:pt>
    <dgm:pt modelId="{2DF5F49A-BAAF-4BCE-AF1A-51AC6DCE6C9D}" type="sibTrans" cxnId="{99308EAC-B2B0-473A-84CE-D83468DE4A42}">
      <dgm:prSet/>
      <dgm:spPr/>
      <dgm:t>
        <a:bodyPr/>
        <a:lstStyle/>
        <a:p>
          <a:endParaRPr lang="en-US"/>
        </a:p>
      </dgm:t>
    </dgm:pt>
    <dgm:pt modelId="{44A1AD19-39B9-41EA-A7B0-341134978481}">
      <dgm:prSet/>
      <dgm:spPr/>
      <dgm:t>
        <a:bodyPr/>
        <a:lstStyle/>
        <a:p>
          <a:r>
            <a:rPr lang="en-US"/>
            <a:t>Bytes 0 to 1 show us the value 0x0100. The data are from an Intel system, which is little-endian, and we will therefore have to switch the order of the 0x01 and the 0x00 to produce 0x0001. </a:t>
          </a:r>
        </a:p>
      </dgm:t>
    </dgm:pt>
    <dgm:pt modelId="{7BCFF3AC-71CA-436E-BDEA-7B270339CFBC}" type="parTrans" cxnId="{7FF0145A-0C16-4BFF-8E96-F50332E30FE7}">
      <dgm:prSet/>
      <dgm:spPr/>
      <dgm:t>
        <a:bodyPr/>
        <a:lstStyle/>
        <a:p>
          <a:endParaRPr lang="en-US"/>
        </a:p>
      </dgm:t>
    </dgm:pt>
    <dgm:pt modelId="{61EAD49E-4454-480F-AD44-21AC5C4E3BB5}" type="sibTrans" cxnId="{7FF0145A-0C16-4BFF-8E96-F50332E30FE7}">
      <dgm:prSet/>
      <dgm:spPr/>
      <dgm:t>
        <a:bodyPr/>
        <a:lstStyle/>
        <a:p>
          <a:endParaRPr lang="en-US"/>
        </a:p>
      </dgm:t>
    </dgm:pt>
    <dgm:pt modelId="{1DD84C0B-5099-48F0-B01D-C67883A02944}">
      <dgm:prSet/>
      <dgm:spPr/>
      <dgm:t>
        <a:bodyPr/>
        <a:lstStyle/>
        <a:p>
          <a:r>
            <a:rPr lang="en-US"/>
            <a:t>When we convert this to decimal we get the number 1.</a:t>
          </a:r>
        </a:p>
      </dgm:t>
    </dgm:pt>
    <dgm:pt modelId="{9870A1BB-6D5B-46F6-B3DB-C74FE7322216}" type="parTrans" cxnId="{A4098F8A-E653-47B6-9C70-05858189221D}">
      <dgm:prSet/>
      <dgm:spPr/>
      <dgm:t>
        <a:bodyPr/>
        <a:lstStyle/>
        <a:p>
          <a:endParaRPr lang="en-US"/>
        </a:p>
      </dgm:t>
    </dgm:pt>
    <dgm:pt modelId="{F25C0AAE-D563-431B-9053-03C20CA233C7}" type="sibTrans" cxnId="{A4098F8A-E653-47B6-9C70-05858189221D}">
      <dgm:prSet/>
      <dgm:spPr/>
      <dgm:t>
        <a:bodyPr/>
        <a:lstStyle/>
        <a:p>
          <a:endParaRPr lang="en-US"/>
        </a:p>
      </dgm:t>
    </dgm:pt>
    <dgm:pt modelId="{1803D79B-9976-7545-A97D-28BA2C7FCAAD}" type="pres">
      <dgm:prSet presAssocID="{FC488675-E784-4FE2-A2E3-922605784AC1}" presName="linear" presStyleCnt="0">
        <dgm:presLayoutVars>
          <dgm:animLvl val="lvl"/>
          <dgm:resizeHandles val="exact"/>
        </dgm:presLayoutVars>
      </dgm:prSet>
      <dgm:spPr/>
    </dgm:pt>
    <dgm:pt modelId="{DBC53469-E701-C641-8EAF-A494AE482729}" type="pres">
      <dgm:prSet presAssocID="{FB4CB20F-CF9D-45DD-8BE9-2D0DED12A15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6D86E21-C277-3F43-8757-35458428D172}" type="pres">
      <dgm:prSet presAssocID="{2DF5F49A-BAAF-4BCE-AF1A-51AC6DCE6C9D}" presName="spacer" presStyleCnt="0"/>
      <dgm:spPr/>
    </dgm:pt>
    <dgm:pt modelId="{394DF7CB-214C-2448-8ADC-0B0CF2509CC2}" type="pres">
      <dgm:prSet presAssocID="{44A1AD19-39B9-41EA-A7B0-34113497848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C79870B-F2FF-A941-941F-5D0E12BA1A7E}" type="pres">
      <dgm:prSet presAssocID="{61EAD49E-4454-480F-AD44-21AC5C4E3BB5}" presName="spacer" presStyleCnt="0"/>
      <dgm:spPr/>
    </dgm:pt>
    <dgm:pt modelId="{0BA3E5AF-1939-9240-8299-FD482B5C1364}" type="pres">
      <dgm:prSet presAssocID="{1DD84C0B-5099-48F0-B01D-C67883A0294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0348514-77DD-AD4E-80CC-0853A2B6461E}" type="presOf" srcId="{1DD84C0B-5099-48F0-B01D-C67883A02944}" destId="{0BA3E5AF-1939-9240-8299-FD482B5C1364}" srcOrd="0" destOrd="0" presId="urn:microsoft.com/office/officeart/2005/8/layout/vList2"/>
    <dgm:cxn modelId="{83A6CA24-1603-FE49-9AB0-93A9F397095F}" type="presOf" srcId="{44A1AD19-39B9-41EA-A7B0-341134978481}" destId="{394DF7CB-214C-2448-8ADC-0B0CF2509CC2}" srcOrd="0" destOrd="0" presId="urn:microsoft.com/office/officeart/2005/8/layout/vList2"/>
    <dgm:cxn modelId="{42C05039-AE51-8D42-94F0-16475A83ABCD}" type="presOf" srcId="{FC488675-E784-4FE2-A2E3-922605784AC1}" destId="{1803D79B-9976-7545-A97D-28BA2C7FCAAD}" srcOrd="0" destOrd="0" presId="urn:microsoft.com/office/officeart/2005/8/layout/vList2"/>
    <dgm:cxn modelId="{45117975-64B8-FB4E-B688-0B75C3F660A9}" type="presOf" srcId="{FB4CB20F-CF9D-45DD-8BE9-2D0DED12A15B}" destId="{DBC53469-E701-C641-8EAF-A494AE482729}" srcOrd="0" destOrd="0" presId="urn:microsoft.com/office/officeart/2005/8/layout/vList2"/>
    <dgm:cxn modelId="{7FF0145A-0C16-4BFF-8E96-F50332E30FE7}" srcId="{FC488675-E784-4FE2-A2E3-922605784AC1}" destId="{44A1AD19-39B9-41EA-A7B0-341134978481}" srcOrd="1" destOrd="0" parTransId="{7BCFF3AC-71CA-436E-BDEA-7B270339CFBC}" sibTransId="{61EAD49E-4454-480F-AD44-21AC5C4E3BB5}"/>
    <dgm:cxn modelId="{A4098F8A-E653-47B6-9C70-05858189221D}" srcId="{FC488675-E784-4FE2-A2E3-922605784AC1}" destId="{1DD84C0B-5099-48F0-B01D-C67883A02944}" srcOrd="2" destOrd="0" parTransId="{9870A1BB-6D5B-46F6-B3DB-C74FE7322216}" sibTransId="{F25C0AAE-D563-431B-9053-03C20CA233C7}"/>
    <dgm:cxn modelId="{99308EAC-B2B0-473A-84CE-D83468DE4A42}" srcId="{FC488675-E784-4FE2-A2E3-922605784AC1}" destId="{FB4CB20F-CF9D-45DD-8BE9-2D0DED12A15B}" srcOrd="0" destOrd="0" parTransId="{18C769EA-4F4D-482E-BEB0-D3CBD27F73D4}" sibTransId="{2DF5F49A-BAAF-4BCE-AF1A-51AC6DCE6C9D}"/>
    <dgm:cxn modelId="{6D167282-614D-324B-AF97-0228B335A495}" type="presParOf" srcId="{1803D79B-9976-7545-A97D-28BA2C7FCAAD}" destId="{DBC53469-E701-C641-8EAF-A494AE482729}" srcOrd="0" destOrd="0" presId="urn:microsoft.com/office/officeart/2005/8/layout/vList2"/>
    <dgm:cxn modelId="{00286904-EACF-604D-A727-44E84BF2CA36}" type="presParOf" srcId="{1803D79B-9976-7545-A97D-28BA2C7FCAAD}" destId="{96D86E21-C277-3F43-8757-35458428D172}" srcOrd="1" destOrd="0" presId="urn:microsoft.com/office/officeart/2005/8/layout/vList2"/>
    <dgm:cxn modelId="{4F7D8D3D-691E-294C-9AE8-B33E36F1E8D5}" type="presParOf" srcId="{1803D79B-9976-7545-A97D-28BA2C7FCAAD}" destId="{394DF7CB-214C-2448-8ADC-0B0CF2509CC2}" srcOrd="2" destOrd="0" presId="urn:microsoft.com/office/officeart/2005/8/layout/vList2"/>
    <dgm:cxn modelId="{02549764-26EC-2141-8369-92E3B0E1C7FA}" type="presParOf" srcId="{1803D79B-9976-7545-A97D-28BA2C7FCAAD}" destId="{4C79870B-F2FF-A941-941F-5D0E12BA1A7E}" srcOrd="3" destOrd="0" presId="urn:microsoft.com/office/officeart/2005/8/layout/vList2"/>
    <dgm:cxn modelId="{B7BD213F-773F-B441-B465-94B0028BDA91}" type="presParOf" srcId="{1803D79B-9976-7545-A97D-28BA2C7FCAAD}" destId="{0BA3E5AF-1939-9240-8299-FD482B5C136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A0D260A-A8F2-422B-8CCC-0B61DAEBF21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4D7B61-ECF6-4C97-ABB2-54E1916879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second field in the data structure is in bytes 2 to 31 and is an ASCII string, which is not effected by the endian ordering of the system, so we do not have to reorder the bytes. </a:t>
          </a:r>
        </a:p>
      </dgm:t>
    </dgm:pt>
    <dgm:pt modelId="{AFB2D1F9-162C-4814-B324-AA8E3FA2568E}" type="parTrans" cxnId="{D1865E27-CA87-4A8F-89BD-DB22FDDEDC5E}">
      <dgm:prSet/>
      <dgm:spPr/>
      <dgm:t>
        <a:bodyPr/>
        <a:lstStyle/>
        <a:p>
          <a:endParaRPr lang="en-US"/>
        </a:p>
      </dgm:t>
    </dgm:pt>
    <dgm:pt modelId="{0FB5BDFC-428C-4EAA-B263-D21E17381AF0}" type="sibTrans" cxnId="{D1865E27-CA87-4A8F-89BD-DB22FDDEDC5E}">
      <dgm:prSet/>
      <dgm:spPr/>
      <dgm:t>
        <a:bodyPr/>
        <a:lstStyle/>
        <a:p>
          <a:endParaRPr lang="en-US"/>
        </a:p>
      </dgm:t>
    </dgm:pt>
    <dgm:pt modelId="{E9F40D81-2271-432E-BB06-8DDA55C55E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can either convert each byte to its ASCII equivalent or, in this case, cheat and look on the right column to see "Main St.." </a:t>
          </a:r>
        </a:p>
      </dgm:t>
    </dgm:pt>
    <dgm:pt modelId="{FEE6C315-6F3F-4180-B2CE-4DDD286D9BEC}" type="parTrans" cxnId="{BAA06BE8-29C1-426D-9F49-4619F6EC2054}">
      <dgm:prSet/>
      <dgm:spPr/>
      <dgm:t>
        <a:bodyPr/>
        <a:lstStyle/>
        <a:p>
          <a:endParaRPr lang="en-US"/>
        </a:p>
      </dgm:t>
    </dgm:pt>
    <dgm:pt modelId="{82B862D5-8B8F-412D-B847-5A68CC337F91}" type="sibTrans" cxnId="{BAA06BE8-29C1-426D-9F49-4619F6EC2054}">
      <dgm:prSet/>
      <dgm:spPr/>
      <dgm:t>
        <a:bodyPr/>
        <a:lstStyle/>
        <a:p>
          <a:endParaRPr lang="en-US"/>
        </a:p>
      </dgm:t>
    </dgm:pt>
    <dgm:pt modelId="{140F2BCE-94D0-4DCE-87AA-E06B1D56BA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is the value we previously wrote. </a:t>
          </a:r>
        </a:p>
      </dgm:t>
    </dgm:pt>
    <dgm:pt modelId="{6D374EFB-B0BE-409B-AF45-99327A7FEE89}" type="parTrans" cxnId="{91914327-1DF5-4083-9BC7-D91496958BF5}">
      <dgm:prSet/>
      <dgm:spPr/>
      <dgm:t>
        <a:bodyPr/>
        <a:lstStyle/>
        <a:p>
          <a:endParaRPr lang="en-US"/>
        </a:p>
      </dgm:t>
    </dgm:pt>
    <dgm:pt modelId="{E3A26F67-D7BC-46CA-961B-DAB148CF3AB4}" type="sibTrans" cxnId="{91914327-1DF5-4083-9BC7-D91496958BF5}">
      <dgm:prSet/>
      <dgm:spPr/>
      <dgm:t>
        <a:bodyPr/>
        <a:lstStyle/>
        <a:p>
          <a:endParaRPr lang="en-US"/>
        </a:p>
      </dgm:t>
    </dgm:pt>
    <dgm:pt modelId="{20840CB4-0BCA-4708-930A-109F214974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see that another address data structure starts in byte 32 and extends until byte 63. You can process it as an exercise (it is for 25 South St).</a:t>
          </a:r>
        </a:p>
      </dgm:t>
    </dgm:pt>
    <dgm:pt modelId="{8819510C-59FC-4DBA-8814-8C9329F6EADB}" type="parTrans" cxnId="{97ECF4AC-9DAE-4686-B59B-F38A7FE7E00D}">
      <dgm:prSet/>
      <dgm:spPr/>
      <dgm:t>
        <a:bodyPr/>
        <a:lstStyle/>
        <a:p>
          <a:endParaRPr lang="en-US"/>
        </a:p>
      </dgm:t>
    </dgm:pt>
    <dgm:pt modelId="{84411F49-3E11-4FD1-ADF0-636DC07DD259}" type="sibTrans" cxnId="{97ECF4AC-9DAE-4686-B59B-F38A7FE7E00D}">
      <dgm:prSet/>
      <dgm:spPr/>
      <dgm:t>
        <a:bodyPr/>
        <a:lstStyle/>
        <a:p>
          <a:endParaRPr lang="en-US"/>
        </a:p>
      </dgm:t>
    </dgm:pt>
    <dgm:pt modelId="{37BC4B35-9E95-4230-9799-A7A551B7E10B}" type="pres">
      <dgm:prSet presAssocID="{FA0D260A-A8F2-422B-8CCC-0B61DAEBF216}" presName="root" presStyleCnt="0">
        <dgm:presLayoutVars>
          <dgm:dir/>
          <dgm:resizeHandles val="exact"/>
        </dgm:presLayoutVars>
      </dgm:prSet>
      <dgm:spPr/>
    </dgm:pt>
    <dgm:pt modelId="{8D90D52B-C703-4D2C-A8B5-C0CA1BDE961D}" type="pres">
      <dgm:prSet presAssocID="{CA4D7B61-ECF6-4C97-ABB2-54E191687987}" presName="compNode" presStyleCnt="0"/>
      <dgm:spPr/>
    </dgm:pt>
    <dgm:pt modelId="{93D61A60-230C-4DB1-9D11-DD4E99E30FA8}" type="pres">
      <dgm:prSet presAssocID="{CA4D7B61-ECF6-4C97-ABB2-54E191687987}" presName="bgRect" presStyleLbl="bgShp" presStyleIdx="0" presStyleCnt="4"/>
      <dgm:spPr/>
    </dgm:pt>
    <dgm:pt modelId="{F69AADBF-AC42-403B-A177-FBC24851A068}" type="pres">
      <dgm:prSet presAssocID="{CA4D7B61-ECF6-4C97-ABB2-54E19168798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8D9B0B2-3481-4AD7-B316-BE4610D6B1B6}" type="pres">
      <dgm:prSet presAssocID="{CA4D7B61-ECF6-4C97-ABB2-54E191687987}" presName="spaceRect" presStyleCnt="0"/>
      <dgm:spPr/>
    </dgm:pt>
    <dgm:pt modelId="{4CDF891C-B71F-485F-B738-ABA06E225DE8}" type="pres">
      <dgm:prSet presAssocID="{CA4D7B61-ECF6-4C97-ABB2-54E191687987}" presName="parTx" presStyleLbl="revTx" presStyleIdx="0" presStyleCnt="4">
        <dgm:presLayoutVars>
          <dgm:chMax val="0"/>
          <dgm:chPref val="0"/>
        </dgm:presLayoutVars>
      </dgm:prSet>
      <dgm:spPr/>
    </dgm:pt>
    <dgm:pt modelId="{13504270-54D6-47C5-84D4-4191439CAA68}" type="pres">
      <dgm:prSet presAssocID="{0FB5BDFC-428C-4EAA-B263-D21E17381AF0}" presName="sibTrans" presStyleCnt="0"/>
      <dgm:spPr/>
    </dgm:pt>
    <dgm:pt modelId="{754559CE-332F-4795-B434-66B25B19FDD7}" type="pres">
      <dgm:prSet presAssocID="{E9F40D81-2271-432E-BB06-8DDA55C55E8F}" presName="compNode" presStyleCnt="0"/>
      <dgm:spPr/>
    </dgm:pt>
    <dgm:pt modelId="{BA232482-04A4-4C7D-8697-1C6B64936D7A}" type="pres">
      <dgm:prSet presAssocID="{E9F40D81-2271-432E-BB06-8DDA55C55E8F}" presName="bgRect" presStyleLbl="bgShp" presStyleIdx="1" presStyleCnt="4"/>
      <dgm:spPr/>
    </dgm:pt>
    <dgm:pt modelId="{F17B4C5E-1497-4DAE-8143-17D0C46FC329}" type="pres">
      <dgm:prSet presAssocID="{E9F40D81-2271-432E-BB06-8DDA55C55E8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8624117-3D3E-46A9-9E6E-B89E3E570C90}" type="pres">
      <dgm:prSet presAssocID="{E9F40D81-2271-432E-BB06-8DDA55C55E8F}" presName="spaceRect" presStyleCnt="0"/>
      <dgm:spPr/>
    </dgm:pt>
    <dgm:pt modelId="{24C0D1F5-853D-4E23-9EC6-3638CC84E46E}" type="pres">
      <dgm:prSet presAssocID="{E9F40D81-2271-432E-BB06-8DDA55C55E8F}" presName="parTx" presStyleLbl="revTx" presStyleIdx="1" presStyleCnt="4">
        <dgm:presLayoutVars>
          <dgm:chMax val="0"/>
          <dgm:chPref val="0"/>
        </dgm:presLayoutVars>
      </dgm:prSet>
      <dgm:spPr/>
    </dgm:pt>
    <dgm:pt modelId="{C846ACAC-9BAF-4314-80BA-09EFAD2DCE88}" type="pres">
      <dgm:prSet presAssocID="{82B862D5-8B8F-412D-B847-5A68CC337F91}" presName="sibTrans" presStyleCnt="0"/>
      <dgm:spPr/>
    </dgm:pt>
    <dgm:pt modelId="{9F094975-CCEF-4692-8BEE-1E5FDC377B01}" type="pres">
      <dgm:prSet presAssocID="{140F2BCE-94D0-4DCE-87AA-E06B1D56BAEB}" presName="compNode" presStyleCnt="0"/>
      <dgm:spPr/>
    </dgm:pt>
    <dgm:pt modelId="{C08B4CED-0326-478E-9F35-F80F8AE68AFE}" type="pres">
      <dgm:prSet presAssocID="{140F2BCE-94D0-4DCE-87AA-E06B1D56BAEB}" presName="bgRect" presStyleLbl="bgShp" presStyleIdx="2" presStyleCnt="4"/>
      <dgm:spPr/>
    </dgm:pt>
    <dgm:pt modelId="{25DE270C-A4E7-4F5B-8D78-26CFA12E555A}" type="pres">
      <dgm:prSet presAssocID="{140F2BCE-94D0-4DCE-87AA-E06B1D56BAE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2006470-1485-4C64-BD4D-F39C6448F2E2}" type="pres">
      <dgm:prSet presAssocID="{140F2BCE-94D0-4DCE-87AA-E06B1D56BAEB}" presName="spaceRect" presStyleCnt="0"/>
      <dgm:spPr/>
    </dgm:pt>
    <dgm:pt modelId="{4C7DC57C-6948-44FE-B615-93B13F555DC8}" type="pres">
      <dgm:prSet presAssocID="{140F2BCE-94D0-4DCE-87AA-E06B1D56BAEB}" presName="parTx" presStyleLbl="revTx" presStyleIdx="2" presStyleCnt="4">
        <dgm:presLayoutVars>
          <dgm:chMax val="0"/>
          <dgm:chPref val="0"/>
        </dgm:presLayoutVars>
      </dgm:prSet>
      <dgm:spPr/>
    </dgm:pt>
    <dgm:pt modelId="{95E77A6A-015A-43D5-92D6-FBA71A5B3978}" type="pres">
      <dgm:prSet presAssocID="{E3A26F67-D7BC-46CA-961B-DAB148CF3AB4}" presName="sibTrans" presStyleCnt="0"/>
      <dgm:spPr/>
    </dgm:pt>
    <dgm:pt modelId="{20718348-7079-42D6-800E-8F70FCC5BA17}" type="pres">
      <dgm:prSet presAssocID="{20840CB4-0BCA-4708-930A-109F21497458}" presName="compNode" presStyleCnt="0"/>
      <dgm:spPr/>
    </dgm:pt>
    <dgm:pt modelId="{B5949ED5-95E6-4D43-A705-E6E9715A49FB}" type="pres">
      <dgm:prSet presAssocID="{20840CB4-0BCA-4708-930A-109F21497458}" presName="bgRect" presStyleLbl="bgShp" presStyleIdx="3" presStyleCnt="4"/>
      <dgm:spPr/>
    </dgm:pt>
    <dgm:pt modelId="{FFE38EA2-265B-4312-A416-0C5BC07D8525}" type="pres">
      <dgm:prSet presAssocID="{20840CB4-0BCA-4708-930A-109F2149745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B2C7133-2B81-4ECE-937C-C8827AB9E481}" type="pres">
      <dgm:prSet presAssocID="{20840CB4-0BCA-4708-930A-109F21497458}" presName="spaceRect" presStyleCnt="0"/>
      <dgm:spPr/>
    </dgm:pt>
    <dgm:pt modelId="{F1ECB775-6FC7-4CF7-AFAA-4A7974B03BAE}" type="pres">
      <dgm:prSet presAssocID="{20840CB4-0BCA-4708-930A-109F2149745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0AF6C19-443E-4C66-83E7-9925C516CF1D}" type="presOf" srcId="{E9F40D81-2271-432E-BB06-8DDA55C55E8F}" destId="{24C0D1F5-853D-4E23-9EC6-3638CC84E46E}" srcOrd="0" destOrd="0" presId="urn:microsoft.com/office/officeart/2018/2/layout/IconVerticalSolidList"/>
    <dgm:cxn modelId="{D1865E27-CA87-4A8F-89BD-DB22FDDEDC5E}" srcId="{FA0D260A-A8F2-422B-8CCC-0B61DAEBF216}" destId="{CA4D7B61-ECF6-4C97-ABB2-54E191687987}" srcOrd="0" destOrd="0" parTransId="{AFB2D1F9-162C-4814-B324-AA8E3FA2568E}" sibTransId="{0FB5BDFC-428C-4EAA-B263-D21E17381AF0}"/>
    <dgm:cxn modelId="{91914327-1DF5-4083-9BC7-D91496958BF5}" srcId="{FA0D260A-A8F2-422B-8CCC-0B61DAEBF216}" destId="{140F2BCE-94D0-4DCE-87AA-E06B1D56BAEB}" srcOrd="2" destOrd="0" parTransId="{6D374EFB-B0BE-409B-AF45-99327A7FEE89}" sibTransId="{E3A26F67-D7BC-46CA-961B-DAB148CF3AB4}"/>
    <dgm:cxn modelId="{7BC6F53C-3B5E-4C15-B1EB-CD3AB6ABB744}" type="presOf" srcId="{20840CB4-0BCA-4708-930A-109F21497458}" destId="{F1ECB775-6FC7-4CF7-AFAA-4A7974B03BAE}" srcOrd="0" destOrd="0" presId="urn:microsoft.com/office/officeart/2018/2/layout/IconVerticalSolidList"/>
    <dgm:cxn modelId="{EA257559-DD63-4D46-AE1F-F866E982EC7B}" type="presOf" srcId="{CA4D7B61-ECF6-4C97-ABB2-54E191687987}" destId="{4CDF891C-B71F-485F-B738-ABA06E225DE8}" srcOrd="0" destOrd="0" presId="urn:microsoft.com/office/officeart/2018/2/layout/IconVerticalSolidList"/>
    <dgm:cxn modelId="{69C92E5A-CC72-471D-AAEC-9F3C7D76C6A4}" type="presOf" srcId="{140F2BCE-94D0-4DCE-87AA-E06B1D56BAEB}" destId="{4C7DC57C-6948-44FE-B615-93B13F555DC8}" srcOrd="0" destOrd="0" presId="urn:microsoft.com/office/officeart/2018/2/layout/IconVerticalSolidList"/>
    <dgm:cxn modelId="{97ECF4AC-9DAE-4686-B59B-F38A7FE7E00D}" srcId="{FA0D260A-A8F2-422B-8CCC-0B61DAEBF216}" destId="{20840CB4-0BCA-4708-930A-109F21497458}" srcOrd="3" destOrd="0" parTransId="{8819510C-59FC-4DBA-8814-8C9329F6EADB}" sibTransId="{84411F49-3E11-4FD1-ADF0-636DC07DD259}"/>
    <dgm:cxn modelId="{BAA06BE8-29C1-426D-9F49-4619F6EC2054}" srcId="{FA0D260A-A8F2-422B-8CCC-0B61DAEBF216}" destId="{E9F40D81-2271-432E-BB06-8DDA55C55E8F}" srcOrd="1" destOrd="0" parTransId="{FEE6C315-6F3F-4180-B2CE-4DDD286D9BEC}" sibTransId="{82B862D5-8B8F-412D-B847-5A68CC337F91}"/>
    <dgm:cxn modelId="{99FEFFEF-3961-4F77-BEEB-3A0CEECD8C58}" type="presOf" srcId="{FA0D260A-A8F2-422B-8CCC-0B61DAEBF216}" destId="{37BC4B35-9E95-4230-9799-A7A551B7E10B}" srcOrd="0" destOrd="0" presId="urn:microsoft.com/office/officeart/2018/2/layout/IconVerticalSolidList"/>
    <dgm:cxn modelId="{606E03CB-6DC4-4ABD-A45C-515DF0A194AE}" type="presParOf" srcId="{37BC4B35-9E95-4230-9799-A7A551B7E10B}" destId="{8D90D52B-C703-4D2C-A8B5-C0CA1BDE961D}" srcOrd="0" destOrd="0" presId="urn:microsoft.com/office/officeart/2018/2/layout/IconVerticalSolidList"/>
    <dgm:cxn modelId="{C2449CE1-4E25-49C6-B413-20F92C11FEE7}" type="presParOf" srcId="{8D90D52B-C703-4D2C-A8B5-C0CA1BDE961D}" destId="{93D61A60-230C-4DB1-9D11-DD4E99E30FA8}" srcOrd="0" destOrd="0" presId="urn:microsoft.com/office/officeart/2018/2/layout/IconVerticalSolidList"/>
    <dgm:cxn modelId="{65CC05CE-3B55-4616-AB30-177FB94D4236}" type="presParOf" srcId="{8D90D52B-C703-4D2C-A8B5-C0CA1BDE961D}" destId="{F69AADBF-AC42-403B-A177-FBC24851A068}" srcOrd="1" destOrd="0" presId="urn:microsoft.com/office/officeart/2018/2/layout/IconVerticalSolidList"/>
    <dgm:cxn modelId="{F52BB7F8-2395-40BC-8ECF-2063A5B966CB}" type="presParOf" srcId="{8D90D52B-C703-4D2C-A8B5-C0CA1BDE961D}" destId="{D8D9B0B2-3481-4AD7-B316-BE4610D6B1B6}" srcOrd="2" destOrd="0" presId="urn:microsoft.com/office/officeart/2018/2/layout/IconVerticalSolidList"/>
    <dgm:cxn modelId="{FC5D1DEA-11D4-4C9B-A1A0-C9E452FF712B}" type="presParOf" srcId="{8D90D52B-C703-4D2C-A8B5-C0CA1BDE961D}" destId="{4CDF891C-B71F-485F-B738-ABA06E225DE8}" srcOrd="3" destOrd="0" presId="urn:microsoft.com/office/officeart/2018/2/layout/IconVerticalSolidList"/>
    <dgm:cxn modelId="{DAAC6EBD-A492-46FE-A0BA-1A499CD33AF5}" type="presParOf" srcId="{37BC4B35-9E95-4230-9799-A7A551B7E10B}" destId="{13504270-54D6-47C5-84D4-4191439CAA68}" srcOrd="1" destOrd="0" presId="urn:microsoft.com/office/officeart/2018/2/layout/IconVerticalSolidList"/>
    <dgm:cxn modelId="{786A4BF0-47D9-419B-BA4B-2C30E90996BC}" type="presParOf" srcId="{37BC4B35-9E95-4230-9799-A7A551B7E10B}" destId="{754559CE-332F-4795-B434-66B25B19FDD7}" srcOrd="2" destOrd="0" presId="urn:microsoft.com/office/officeart/2018/2/layout/IconVerticalSolidList"/>
    <dgm:cxn modelId="{8943466E-EA09-4A82-BACA-956C1259D7A5}" type="presParOf" srcId="{754559CE-332F-4795-B434-66B25B19FDD7}" destId="{BA232482-04A4-4C7D-8697-1C6B64936D7A}" srcOrd="0" destOrd="0" presId="urn:microsoft.com/office/officeart/2018/2/layout/IconVerticalSolidList"/>
    <dgm:cxn modelId="{063FAF3D-4C66-4AB0-B191-2C4028DC5880}" type="presParOf" srcId="{754559CE-332F-4795-B434-66B25B19FDD7}" destId="{F17B4C5E-1497-4DAE-8143-17D0C46FC329}" srcOrd="1" destOrd="0" presId="urn:microsoft.com/office/officeart/2018/2/layout/IconVerticalSolidList"/>
    <dgm:cxn modelId="{87CC6F5B-B426-4D2E-9959-0091C9D02BBC}" type="presParOf" srcId="{754559CE-332F-4795-B434-66B25B19FDD7}" destId="{88624117-3D3E-46A9-9E6E-B89E3E570C90}" srcOrd="2" destOrd="0" presId="urn:microsoft.com/office/officeart/2018/2/layout/IconVerticalSolidList"/>
    <dgm:cxn modelId="{AB4AB277-4828-4811-8E39-BF0D5AC15C44}" type="presParOf" srcId="{754559CE-332F-4795-B434-66B25B19FDD7}" destId="{24C0D1F5-853D-4E23-9EC6-3638CC84E46E}" srcOrd="3" destOrd="0" presId="urn:microsoft.com/office/officeart/2018/2/layout/IconVerticalSolidList"/>
    <dgm:cxn modelId="{551610B7-73F0-44A0-B7AC-D28B46C4BC6C}" type="presParOf" srcId="{37BC4B35-9E95-4230-9799-A7A551B7E10B}" destId="{C846ACAC-9BAF-4314-80BA-09EFAD2DCE88}" srcOrd="3" destOrd="0" presId="urn:microsoft.com/office/officeart/2018/2/layout/IconVerticalSolidList"/>
    <dgm:cxn modelId="{76FDA4DA-65B0-4393-A035-8A7236949E65}" type="presParOf" srcId="{37BC4B35-9E95-4230-9799-A7A551B7E10B}" destId="{9F094975-CCEF-4692-8BEE-1E5FDC377B01}" srcOrd="4" destOrd="0" presId="urn:microsoft.com/office/officeart/2018/2/layout/IconVerticalSolidList"/>
    <dgm:cxn modelId="{8EA799A5-62FB-4C67-9DC1-EB7C0BCD6291}" type="presParOf" srcId="{9F094975-CCEF-4692-8BEE-1E5FDC377B01}" destId="{C08B4CED-0326-478E-9F35-F80F8AE68AFE}" srcOrd="0" destOrd="0" presId="urn:microsoft.com/office/officeart/2018/2/layout/IconVerticalSolidList"/>
    <dgm:cxn modelId="{B70D8DB7-A3E8-4FBA-A3BA-C6096B43D2C9}" type="presParOf" srcId="{9F094975-CCEF-4692-8BEE-1E5FDC377B01}" destId="{25DE270C-A4E7-4F5B-8D78-26CFA12E555A}" srcOrd="1" destOrd="0" presId="urn:microsoft.com/office/officeart/2018/2/layout/IconVerticalSolidList"/>
    <dgm:cxn modelId="{7847B983-0D7F-42A0-919A-19F6E2B185EF}" type="presParOf" srcId="{9F094975-CCEF-4692-8BEE-1E5FDC377B01}" destId="{92006470-1485-4C64-BD4D-F39C6448F2E2}" srcOrd="2" destOrd="0" presId="urn:microsoft.com/office/officeart/2018/2/layout/IconVerticalSolidList"/>
    <dgm:cxn modelId="{C5D3A308-ECC8-48C3-94E2-DE2361CCF7A6}" type="presParOf" srcId="{9F094975-CCEF-4692-8BEE-1E5FDC377B01}" destId="{4C7DC57C-6948-44FE-B615-93B13F555DC8}" srcOrd="3" destOrd="0" presId="urn:microsoft.com/office/officeart/2018/2/layout/IconVerticalSolidList"/>
    <dgm:cxn modelId="{5353D351-C3F1-4695-A9B0-BF403FEE0007}" type="presParOf" srcId="{37BC4B35-9E95-4230-9799-A7A551B7E10B}" destId="{95E77A6A-015A-43D5-92D6-FBA71A5B3978}" srcOrd="5" destOrd="0" presId="urn:microsoft.com/office/officeart/2018/2/layout/IconVerticalSolidList"/>
    <dgm:cxn modelId="{040E2DA1-2A01-4A76-BB2B-F7D1A07E6739}" type="presParOf" srcId="{37BC4B35-9E95-4230-9799-A7A551B7E10B}" destId="{20718348-7079-42D6-800E-8F70FCC5BA17}" srcOrd="6" destOrd="0" presId="urn:microsoft.com/office/officeart/2018/2/layout/IconVerticalSolidList"/>
    <dgm:cxn modelId="{7AF1FF1C-55B4-49CD-B8D2-24CD4667C430}" type="presParOf" srcId="{20718348-7079-42D6-800E-8F70FCC5BA17}" destId="{B5949ED5-95E6-4D43-A705-E6E9715A49FB}" srcOrd="0" destOrd="0" presId="urn:microsoft.com/office/officeart/2018/2/layout/IconVerticalSolidList"/>
    <dgm:cxn modelId="{E3373413-9022-4855-8CBB-4981DF54D9B2}" type="presParOf" srcId="{20718348-7079-42D6-800E-8F70FCC5BA17}" destId="{FFE38EA2-265B-4312-A416-0C5BC07D8525}" srcOrd="1" destOrd="0" presId="urn:microsoft.com/office/officeart/2018/2/layout/IconVerticalSolidList"/>
    <dgm:cxn modelId="{08C475D0-6938-43BC-9F7F-66700EB594EB}" type="presParOf" srcId="{20718348-7079-42D6-800E-8F70FCC5BA17}" destId="{AB2C7133-2B81-4ECE-937C-C8827AB9E481}" srcOrd="2" destOrd="0" presId="urn:microsoft.com/office/officeart/2018/2/layout/IconVerticalSolidList"/>
    <dgm:cxn modelId="{5BE03C5A-D9BF-4CE7-AF27-D64879D664D0}" type="presParOf" srcId="{20718348-7079-42D6-800E-8F70FCC5BA17}" destId="{F1ECB775-6FC7-4CF7-AFAA-4A7974B03BA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0CE3D1-4816-40B5-9588-F15B7909BC32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29A89B-F463-48DB-9179-84F13C3B1E3B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A9B16-851A-47A9-9BB5-FA41A6B885FF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purpose of device investigation is to process digital data, so that we need to understand some of the basics of data. </a:t>
          </a:r>
        </a:p>
      </dsp:txBody>
      <dsp:txXfrm>
        <a:off x="1435590" y="531"/>
        <a:ext cx="9080009" cy="1242935"/>
      </dsp:txXfrm>
    </dsp:sp>
    <dsp:sp modelId="{7227D446-3427-4806-9258-E739861E96B7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7FEE87-96C1-42F0-B6DB-0CBB368908AD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4D17AF-5A6B-41F6-93EF-F0EBF9F736E4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We will look at binary and hexadecimal numbers, data sizes, endian ordering, and data structures. </a:t>
          </a:r>
        </a:p>
      </dsp:txBody>
      <dsp:txXfrm>
        <a:off x="1435590" y="1554201"/>
        <a:ext cx="9080009" cy="1242935"/>
      </dsp:txXfrm>
    </dsp:sp>
    <dsp:sp modelId="{0A2DA2E7-8CD9-4417-8B56-B5C73DF53284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83EF64-A11C-475B-BCC4-397468239A75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9FDC1-BCCA-4A9C-A40E-EA9DC9FD8C51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These concepts are essential to know how data are stored. </a:t>
          </a:r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059A88-F2B1-4C89-9203-2EA5AFB774D9}">
      <dsp:nvSpPr>
        <dsp:cNvPr id="0" name=""/>
        <dsp:cNvSpPr/>
      </dsp:nvSpPr>
      <dsp:spPr>
        <a:xfrm>
          <a:off x="0" y="594"/>
          <a:ext cx="6172199" cy="13921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F153F-55F7-42C3-93C4-65E8A1FDCE5C}">
      <dsp:nvSpPr>
        <dsp:cNvPr id="0" name=""/>
        <dsp:cNvSpPr/>
      </dsp:nvSpPr>
      <dsp:spPr>
        <a:xfrm>
          <a:off x="421117" y="313822"/>
          <a:ext cx="765668" cy="7656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98604-6E2B-44CB-93F5-B29F59C9772C}">
      <dsp:nvSpPr>
        <dsp:cNvPr id="0" name=""/>
        <dsp:cNvSpPr/>
      </dsp:nvSpPr>
      <dsp:spPr>
        <a:xfrm>
          <a:off x="1607903" y="594"/>
          <a:ext cx="4564296" cy="1392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33" tIns="147333" rIns="147333" bIns="1473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Computers use binary, which means that there are only 0s and 1s.</a:t>
          </a:r>
        </a:p>
      </dsp:txBody>
      <dsp:txXfrm>
        <a:off x="1607903" y="594"/>
        <a:ext cx="4564296" cy="1392124"/>
      </dsp:txXfrm>
    </dsp:sp>
    <dsp:sp modelId="{370993C7-C051-419A-AA53-4076F67D67E4}">
      <dsp:nvSpPr>
        <dsp:cNvPr id="0" name=""/>
        <dsp:cNvSpPr/>
      </dsp:nvSpPr>
      <dsp:spPr>
        <a:xfrm>
          <a:off x="0" y="1740750"/>
          <a:ext cx="6172199" cy="13921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32C032-E368-4332-A7DF-D276D3E06083}">
      <dsp:nvSpPr>
        <dsp:cNvPr id="0" name=""/>
        <dsp:cNvSpPr/>
      </dsp:nvSpPr>
      <dsp:spPr>
        <a:xfrm>
          <a:off x="421117" y="2053978"/>
          <a:ext cx="765668" cy="7656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43341-EDF4-43F4-AFA5-3F7A608AFF75}">
      <dsp:nvSpPr>
        <dsp:cNvPr id="0" name=""/>
        <dsp:cNvSpPr/>
      </dsp:nvSpPr>
      <dsp:spPr>
        <a:xfrm>
          <a:off x="1607903" y="1740750"/>
          <a:ext cx="4564296" cy="1392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33" tIns="147333" rIns="147333" bIns="1473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Each 0 or 1 is called a bit, and bits are organized into groups of 8 called bytes. </a:t>
          </a:r>
        </a:p>
      </dsp:txBody>
      <dsp:txXfrm>
        <a:off x="1607903" y="1740750"/>
        <a:ext cx="4564296" cy="1392124"/>
      </dsp:txXfrm>
    </dsp:sp>
    <dsp:sp modelId="{DC9D0477-862A-4175-B9D6-688F4AB7AA13}">
      <dsp:nvSpPr>
        <dsp:cNvPr id="0" name=""/>
        <dsp:cNvSpPr/>
      </dsp:nvSpPr>
      <dsp:spPr>
        <a:xfrm>
          <a:off x="0" y="3480905"/>
          <a:ext cx="6172199" cy="13921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A3FC3-0F88-4DC4-948E-F6A880570D7D}">
      <dsp:nvSpPr>
        <dsp:cNvPr id="0" name=""/>
        <dsp:cNvSpPr/>
      </dsp:nvSpPr>
      <dsp:spPr>
        <a:xfrm>
          <a:off x="421117" y="3794133"/>
          <a:ext cx="765668" cy="7656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2BD29-3BF7-4D70-8E81-1A5219C6CC84}">
      <dsp:nvSpPr>
        <dsp:cNvPr id="0" name=""/>
        <dsp:cNvSpPr/>
      </dsp:nvSpPr>
      <dsp:spPr>
        <a:xfrm>
          <a:off x="1607903" y="3480905"/>
          <a:ext cx="4564296" cy="1392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33" tIns="147333" rIns="147333" bIns="1473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Binary numbers are similar to decimal numbers except that decimal numbers have 10 different symbols (0 to 9) instead of only 2.</a:t>
          </a:r>
        </a:p>
      </dsp:txBody>
      <dsp:txXfrm>
        <a:off x="1607903" y="3480905"/>
        <a:ext cx="4564296" cy="13921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892D64-1216-4AB8-9328-1ABEA46A8D4F}">
      <dsp:nvSpPr>
        <dsp:cNvPr id="0" name=""/>
        <dsp:cNvSpPr/>
      </dsp:nvSpPr>
      <dsp:spPr>
        <a:xfrm>
          <a:off x="0" y="3964"/>
          <a:ext cx="5734544" cy="13061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367D1E-6B9F-4EE0-9080-CA99D9FDF569}">
      <dsp:nvSpPr>
        <dsp:cNvPr id="0" name=""/>
        <dsp:cNvSpPr/>
      </dsp:nvSpPr>
      <dsp:spPr>
        <a:xfrm>
          <a:off x="395124" y="297858"/>
          <a:ext cx="719110" cy="7184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9161F8-1AD6-4A0A-ACF4-FC45BE624C00}">
      <dsp:nvSpPr>
        <dsp:cNvPr id="0" name=""/>
        <dsp:cNvSpPr/>
      </dsp:nvSpPr>
      <dsp:spPr>
        <a:xfrm>
          <a:off x="1509358" y="3964"/>
          <a:ext cx="4125579" cy="1307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74" tIns="138374" rIns="138374" bIns="1383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decimal number is a series of symbols, and each symbol has a value. </a:t>
          </a:r>
        </a:p>
      </dsp:txBody>
      <dsp:txXfrm>
        <a:off x="1509358" y="3964"/>
        <a:ext cx="4125579" cy="1307472"/>
      </dsp:txXfrm>
    </dsp:sp>
    <dsp:sp modelId="{77237F1D-09D6-4A80-AAE7-96ED3ECA09D5}">
      <dsp:nvSpPr>
        <dsp:cNvPr id="0" name=""/>
        <dsp:cNvSpPr/>
      </dsp:nvSpPr>
      <dsp:spPr>
        <a:xfrm>
          <a:off x="0" y="1610288"/>
          <a:ext cx="5734544" cy="13061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8A3546-4F5E-4B4D-A679-BD75B8E76138}">
      <dsp:nvSpPr>
        <dsp:cNvPr id="0" name=""/>
        <dsp:cNvSpPr/>
      </dsp:nvSpPr>
      <dsp:spPr>
        <a:xfrm>
          <a:off x="395124" y="1904182"/>
          <a:ext cx="719110" cy="7184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95EB25-D96C-46EB-848A-B3FF52047564}">
      <dsp:nvSpPr>
        <dsp:cNvPr id="0" name=""/>
        <dsp:cNvSpPr/>
      </dsp:nvSpPr>
      <dsp:spPr>
        <a:xfrm>
          <a:off x="1509358" y="1610288"/>
          <a:ext cx="4125579" cy="1307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74" tIns="138374" rIns="138374" bIns="1383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symbol in the right-most column has a value of 1, and the next column to the left has a value of 10. </a:t>
          </a:r>
        </a:p>
      </dsp:txBody>
      <dsp:txXfrm>
        <a:off x="1509358" y="1610288"/>
        <a:ext cx="4125579" cy="1307472"/>
      </dsp:txXfrm>
    </dsp:sp>
    <dsp:sp modelId="{15B2D89B-88AB-4909-A5E1-2AFFCA1F7F57}">
      <dsp:nvSpPr>
        <dsp:cNvPr id="0" name=""/>
        <dsp:cNvSpPr/>
      </dsp:nvSpPr>
      <dsp:spPr>
        <a:xfrm>
          <a:off x="0" y="3216611"/>
          <a:ext cx="5734544" cy="13061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40D2C-3F30-4921-98F6-23AF162AE9E3}">
      <dsp:nvSpPr>
        <dsp:cNvPr id="0" name=""/>
        <dsp:cNvSpPr/>
      </dsp:nvSpPr>
      <dsp:spPr>
        <a:xfrm>
          <a:off x="395510" y="3510506"/>
          <a:ext cx="719110" cy="7184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758FF-BF02-4ED8-83F9-79652B504B0E}">
      <dsp:nvSpPr>
        <dsp:cNvPr id="0" name=""/>
        <dsp:cNvSpPr/>
      </dsp:nvSpPr>
      <dsp:spPr>
        <a:xfrm>
          <a:off x="1510131" y="3216611"/>
          <a:ext cx="4125579" cy="1307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74" tIns="138374" rIns="138374" bIns="1383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Each column has a value that is 10 times as much as the previous column.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For example, the second column from the right has a value of 10, the third has 100, the fourth has 1,000, and so on.</a:t>
          </a:r>
        </a:p>
      </dsp:txBody>
      <dsp:txXfrm>
        <a:off x="1510131" y="3216611"/>
        <a:ext cx="4125579" cy="13074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E0A232-56E1-49B6-AC6D-070D679665E6}">
      <dsp:nvSpPr>
        <dsp:cNvPr id="0" name=""/>
        <dsp:cNvSpPr/>
      </dsp:nvSpPr>
      <dsp:spPr>
        <a:xfrm>
          <a:off x="0" y="594"/>
          <a:ext cx="6172199" cy="13921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DC8E14-2590-4D88-AC50-6C6530C9F173}">
      <dsp:nvSpPr>
        <dsp:cNvPr id="0" name=""/>
        <dsp:cNvSpPr/>
      </dsp:nvSpPr>
      <dsp:spPr>
        <a:xfrm>
          <a:off x="421117" y="313822"/>
          <a:ext cx="765668" cy="7656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20945-EEF3-4F81-8C2E-45DF0B57AB70}">
      <dsp:nvSpPr>
        <dsp:cNvPr id="0" name=""/>
        <dsp:cNvSpPr/>
      </dsp:nvSpPr>
      <dsp:spPr>
        <a:xfrm>
          <a:off x="1607903" y="594"/>
          <a:ext cx="4564296" cy="1392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33" tIns="147333" rIns="147333" bIns="14733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binary number has only two symbols (0 and 1), and each column has a decimal value that is two times as much as the previous column. </a:t>
          </a:r>
        </a:p>
      </dsp:txBody>
      <dsp:txXfrm>
        <a:off x="1607903" y="594"/>
        <a:ext cx="4564296" cy="1392124"/>
      </dsp:txXfrm>
    </dsp:sp>
    <dsp:sp modelId="{BDB10560-ED26-4872-BE4A-8004BE9CE4D0}">
      <dsp:nvSpPr>
        <dsp:cNvPr id="0" name=""/>
        <dsp:cNvSpPr/>
      </dsp:nvSpPr>
      <dsp:spPr>
        <a:xfrm>
          <a:off x="0" y="1740750"/>
          <a:ext cx="6172199" cy="13921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DD0C24-16F0-45F9-AF23-3A34D25D4E59}">
      <dsp:nvSpPr>
        <dsp:cNvPr id="0" name=""/>
        <dsp:cNvSpPr/>
      </dsp:nvSpPr>
      <dsp:spPr>
        <a:xfrm>
          <a:off x="421117" y="2053978"/>
          <a:ext cx="765668" cy="7656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D8DFF-A900-48FB-86ED-E989679B8D53}">
      <dsp:nvSpPr>
        <dsp:cNvPr id="0" name=""/>
        <dsp:cNvSpPr/>
      </dsp:nvSpPr>
      <dsp:spPr>
        <a:xfrm>
          <a:off x="1607903" y="1740750"/>
          <a:ext cx="4564296" cy="1392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33" tIns="147333" rIns="147333" bIns="14733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Therefore, the right-most column has a decimal value of 1, the second column from the right has a decimal value of 2, the third column's decimal value is 4, the fourth column's decimal value is 8, and so on. </a:t>
          </a:r>
        </a:p>
      </dsp:txBody>
      <dsp:txXfrm>
        <a:off x="1607903" y="1740750"/>
        <a:ext cx="4564296" cy="1392124"/>
      </dsp:txXfrm>
    </dsp:sp>
    <dsp:sp modelId="{1B19CA96-C0D5-4E54-A9E2-4FBBCE52CAC7}">
      <dsp:nvSpPr>
        <dsp:cNvPr id="0" name=""/>
        <dsp:cNvSpPr/>
      </dsp:nvSpPr>
      <dsp:spPr>
        <a:xfrm>
          <a:off x="0" y="3480905"/>
          <a:ext cx="6172199" cy="13921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5F3F0-EBCE-4A8B-A487-813930D67AB1}">
      <dsp:nvSpPr>
        <dsp:cNvPr id="0" name=""/>
        <dsp:cNvSpPr/>
      </dsp:nvSpPr>
      <dsp:spPr>
        <a:xfrm>
          <a:off x="421117" y="3794133"/>
          <a:ext cx="765668" cy="7656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8AA50-6827-4EC9-BB09-4BD03EDB34E5}">
      <dsp:nvSpPr>
        <dsp:cNvPr id="0" name=""/>
        <dsp:cNvSpPr/>
      </dsp:nvSpPr>
      <dsp:spPr>
        <a:xfrm>
          <a:off x="1607903" y="3480905"/>
          <a:ext cx="4564296" cy="1392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33" tIns="147333" rIns="147333" bIns="14733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calculate the decimal value of a binary number, we simply add the value of each column multiplied by the value in it.</a:t>
          </a:r>
        </a:p>
      </dsp:txBody>
      <dsp:txXfrm>
        <a:off x="1607903" y="3480905"/>
        <a:ext cx="4564296" cy="13921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E3CC94-0B66-47E4-AD5E-B7522EFE6527}">
      <dsp:nvSpPr>
        <dsp:cNvPr id="0" name=""/>
        <dsp:cNvSpPr/>
      </dsp:nvSpPr>
      <dsp:spPr>
        <a:xfrm>
          <a:off x="0" y="3807"/>
          <a:ext cx="6172199" cy="8110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879AFD-2FED-4652-9952-02DB85B47BFE}">
      <dsp:nvSpPr>
        <dsp:cNvPr id="0" name=""/>
        <dsp:cNvSpPr/>
      </dsp:nvSpPr>
      <dsp:spPr>
        <a:xfrm>
          <a:off x="245328" y="186282"/>
          <a:ext cx="446050" cy="4460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5BF824-4B8B-4312-BDDA-40D664D595A0}">
      <dsp:nvSpPr>
        <dsp:cNvPr id="0" name=""/>
        <dsp:cNvSpPr/>
      </dsp:nvSpPr>
      <dsp:spPr>
        <a:xfrm>
          <a:off x="936706" y="3807"/>
          <a:ext cx="5235493" cy="8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31" tIns="85831" rIns="85831" bIns="8583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Sometimes, we want to know the maximum value that can be represented with a certain number of columns. </a:t>
          </a:r>
        </a:p>
      </dsp:txBody>
      <dsp:txXfrm>
        <a:off x="936706" y="3807"/>
        <a:ext cx="5235493" cy="811001"/>
      </dsp:txXfrm>
    </dsp:sp>
    <dsp:sp modelId="{1862F02A-97C1-4DF9-B5AD-DB2CD563ABA7}">
      <dsp:nvSpPr>
        <dsp:cNvPr id="0" name=""/>
        <dsp:cNvSpPr/>
      </dsp:nvSpPr>
      <dsp:spPr>
        <a:xfrm>
          <a:off x="0" y="1017559"/>
          <a:ext cx="6172199" cy="8110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EF216A-A88C-4549-BB93-C2F49F94BF4D}">
      <dsp:nvSpPr>
        <dsp:cNvPr id="0" name=""/>
        <dsp:cNvSpPr/>
      </dsp:nvSpPr>
      <dsp:spPr>
        <a:xfrm>
          <a:off x="245328" y="1200034"/>
          <a:ext cx="446050" cy="4460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5D92E-890B-4E7D-8628-974E68AF7E1F}">
      <dsp:nvSpPr>
        <dsp:cNvPr id="0" name=""/>
        <dsp:cNvSpPr/>
      </dsp:nvSpPr>
      <dsp:spPr>
        <a:xfrm>
          <a:off x="936706" y="1017559"/>
          <a:ext cx="5235493" cy="8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31" tIns="85831" rIns="85831" bIns="8583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can be done by raising the number of symbols in each column by the number of columns and subtract 1. </a:t>
          </a:r>
        </a:p>
      </dsp:txBody>
      <dsp:txXfrm>
        <a:off x="936706" y="1017559"/>
        <a:ext cx="5235493" cy="811001"/>
      </dsp:txXfrm>
    </dsp:sp>
    <dsp:sp modelId="{D46CD277-A4ED-4768-A13A-C8DD7FED863F}">
      <dsp:nvSpPr>
        <dsp:cNvPr id="0" name=""/>
        <dsp:cNvSpPr/>
      </dsp:nvSpPr>
      <dsp:spPr>
        <a:xfrm>
          <a:off x="0" y="2031311"/>
          <a:ext cx="6172199" cy="8110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E19D0-1668-467F-9155-395DC61B7CD0}">
      <dsp:nvSpPr>
        <dsp:cNvPr id="0" name=""/>
        <dsp:cNvSpPr/>
      </dsp:nvSpPr>
      <dsp:spPr>
        <a:xfrm>
          <a:off x="245328" y="2213787"/>
          <a:ext cx="446050" cy="4460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D08EA-E17A-4AB5-941A-4A8A6D2E054D}">
      <dsp:nvSpPr>
        <dsp:cNvPr id="0" name=""/>
        <dsp:cNvSpPr/>
      </dsp:nvSpPr>
      <dsp:spPr>
        <a:xfrm>
          <a:off x="936706" y="2031311"/>
          <a:ext cx="5235493" cy="8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31" tIns="85831" rIns="85831" bIns="8583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Subtract 1 because we need to take the 0 value into account. </a:t>
          </a:r>
        </a:p>
      </dsp:txBody>
      <dsp:txXfrm>
        <a:off x="936706" y="2031311"/>
        <a:ext cx="5235493" cy="811001"/>
      </dsp:txXfrm>
    </dsp:sp>
    <dsp:sp modelId="{04C8E2DF-01F9-4527-B81F-9AC63D9FF9C7}">
      <dsp:nvSpPr>
        <dsp:cNvPr id="0" name=""/>
        <dsp:cNvSpPr/>
      </dsp:nvSpPr>
      <dsp:spPr>
        <a:xfrm>
          <a:off x="0" y="3045063"/>
          <a:ext cx="6172199" cy="8110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265D5B-9C02-4710-A838-90EA25D71F37}">
      <dsp:nvSpPr>
        <dsp:cNvPr id="0" name=""/>
        <dsp:cNvSpPr/>
      </dsp:nvSpPr>
      <dsp:spPr>
        <a:xfrm>
          <a:off x="245328" y="3227539"/>
          <a:ext cx="446050" cy="4460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45ECD-3C36-47A4-A3D0-6B914F25A999}">
      <dsp:nvSpPr>
        <dsp:cNvPr id="0" name=""/>
        <dsp:cNvSpPr/>
      </dsp:nvSpPr>
      <dsp:spPr>
        <a:xfrm>
          <a:off x="936706" y="3045063"/>
          <a:ext cx="5235493" cy="8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31" tIns="85831" rIns="85831" bIns="8583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example, with a binary number we raise 2 to the number of bits in the value and subtract 1. </a:t>
          </a:r>
        </a:p>
      </dsp:txBody>
      <dsp:txXfrm>
        <a:off x="936706" y="3045063"/>
        <a:ext cx="5235493" cy="811001"/>
      </dsp:txXfrm>
    </dsp:sp>
    <dsp:sp modelId="{2DAA1398-7DEE-4EE3-BAA5-A0C9B2ADFCD6}">
      <dsp:nvSpPr>
        <dsp:cNvPr id="0" name=""/>
        <dsp:cNvSpPr/>
      </dsp:nvSpPr>
      <dsp:spPr>
        <a:xfrm>
          <a:off x="0" y="4058815"/>
          <a:ext cx="6172199" cy="8110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8AAA64-57A0-4135-8AA8-349DAD88EFFD}">
      <dsp:nvSpPr>
        <dsp:cNvPr id="0" name=""/>
        <dsp:cNvSpPr/>
      </dsp:nvSpPr>
      <dsp:spPr>
        <a:xfrm>
          <a:off x="245328" y="4241291"/>
          <a:ext cx="446050" cy="44605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2FBBF9-8B9F-45A7-907F-22928C95E9D3}">
      <dsp:nvSpPr>
        <dsp:cNvPr id="0" name=""/>
        <dsp:cNvSpPr/>
      </dsp:nvSpPr>
      <dsp:spPr>
        <a:xfrm>
          <a:off x="936706" y="4058815"/>
          <a:ext cx="2777490" cy="8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31" tIns="85831" rIns="85831" bIns="8583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Therefore, a 32-bit value has a maximum decimal value of</a:t>
          </a:r>
        </a:p>
      </dsp:txBody>
      <dsp:txXfrm>
        <a:off x="936706" y="4058815"/>
        <a:ext cx="2777490" cy="811001"/>
      </dsp:txXfrm>
    </dsp:sp>
    <dsp:sp modelId="{06CD9C97-F63D-4886-A00A-4969E08DEBB8}">
      <dsp:nvSpPr>
        <dsp:cNvPr id="0" name=""/>
        <dsp:cNvSpPr/>
      </dsp:nvSpPr>
      <dsp:spPr>
        <a:xfrm>
          <a:off x="3714196" y="4058815"/>
          <a:ext cx="2458003" cy="8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31" tIns="85831" rIns="85831" bIns="85831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</a:t>
          </a:r>
          <a:r>
            <a:rPr lang="en-US" sz="1300" kern="1200" baseline="40000"/>
            <a:t>32</a:t>
          </a:r>
          <a:r>
            <a:rPr lang="en-US" sz="1300" kern="1200"/>
            <a:t> - 1 = 4,294,967,295</a:t>
          </a:r>
        </a:p>
      </dsp:txBody>
      <dsp:txXfrm>
        <a:off x="3714196" y="4058815"/>
        <a:ext cx="2458003" cy="8110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21A357-0113-8E46-A8E6-0A4351AA8473}">
      <dsp:nvSpPr>
        <dsp:cNvPr id="0" name=""/>
        <dsp:cNvSpPr/>
      </dsp:nvSpPr>
      <dsp:spPr>
        <a:xfrm>
          <a:off x="0" y="0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552F9-D0FF-2947-B687-C1EB3015F068}">
      <dsp:nvSpPr>
        <dsp:cNvPr id="0" name=""/>
        <dsp:cNvSpPr/>
      </dsp:nvSpPr>
      <dsp:spPr>
        <a:xfrm>
          <a:off x="0" y="0"/>
          <a:ext cx="6172199" cy="121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To store digital data, we need to allocate a location on a storage device. </a:t>
          </a:r>
        </a:p>
      </dsp:txBody>
      <dsp:txXfrm>
        <a:off x="0" y="0"/>
        <a:ext cx="6172199" cy="1218406"/>
      </dsp:txXfrm>
    </dsp:sp>
    <dsp:sp modelId="{49009C44-CA69-8B45-97EE-1AAFBAE48BE3}">
      <dsp:nvSpPr>
        <dsp:cNvPr id="0" name=""/>
        <dsp:cNvSpPr/>
      </dsp:nvSpPr>
      <dsp:spPr>
        <a:xfrm>
          <a:off x="0" y="1218406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B9E60-4DE6-6645-9216-D6975F10E2AD}">
      <dsp:nvSpPr>
        <dsp:cNvPr id="0" name=""/>
        <dsp:cNvSpPr/>
      </dsp:nvSpPr>
      <dsp:spPr>
        <a:xfrm>
          <a:off x="0" y="1218406"/>
          <a:ext cx="6172199" cy="121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You can think of this like the paper forms where you need to enter each character in your name and address in little boxes. </a:t>
          </a:r>
        </a:p>
      </dsp:txBody>
      <dsp:txXfrm>
        <a:off x="0" y="1218406"/>
        <a:ext cx="6172199" cy="1218406"/>
      </dsp:txXfrm>
    </dsp:sp>
    <dsp:sp modelId="{15CC1F5C-176E-AB4D-A5A6-93613482DD76}">
      <dsp:nvSpPr>
        <dsp:cNvPr id="0" name=""/>
        <dsp:cNvSpPr/>
      </dsp:nvSpPr>
      <dsp:spPr>
        <a:xfrm>
          <a:off x="0" y="2436812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8FB56-5295-4B4A-A153-8221C2973524}">
      <dsp:nvSpPr>
        <dsp:cNvPr id="0" name=""/>
        <dsp:cNvSpPr/>
      </dsp:nvSpPr>
      <dsp:spPr>
        <a:xfrm>
          <a:off x="0" y="2436812"/>
          <a:ext cx="6172199" cy="121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name and address fields have allocated space on the page for the characters in your name. </a:t>
          </a:r>
        </a:p>
      </dsp:txBody>
      <dsp:txXfrm>
        <a:off x="0" y="2436812"/>
        <a:ext cx="6172199" cy="1218406"/>
      </dsp:txXfrm>
    </dsp:sp>
    <dsp:sp modelId="{D27BDFE6-C400-B840-9FC5-E2570D78F435}">
      <dsp:nvSpPr>
        <dsp:cNvPr id="0" name=""/>
        <dsp:cNvSpPr/>
      </dsp:nvSpPr>
      <dsp:spPr>
        <a:xfrm>
          <a:off x="0" y="3655218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08ED7-C1AD-3544-A1C9-2D63CD2CF699}">
      <dsp:nvSpPr>
        <dsp:cNvPr id="0" name=""/>
        <dsp:cNvSpPr/>
      </dsp:nvSpPr>
      <dsp:spPr>
        <a:xfrm>
          <a:off x="0" y="3655218"/>
          <a:ext cx="6172199" cy="121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With digital data, bytes on a disk or in memory are allocated for the bytes in a specific value</a:t>
          </a:r>
        </a:p>
      </dsp:txBody>
      <dsp:txXfrm>
        <a:off x="0" y="3655218"/>
        <a:ext cx="6172199" cy="12184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E32FC8-866E-47A5-B6C1-B64129F2F0C0}">
      <dsp:nvSpPr>
        <dsp:cNvPr id="0" name=""/>
        <dsp:cNvSpPr/>
      </dsp:nvSpPr>
      <dsp:spPr>
        <a:xfrm>
          <a:off x="0" y="791964"/>
          <a:ext cx="6172199" cy="14620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4E8DFA-7DAF-4CCF-9068-87EDC74DAD3D}">
      <dsp:nvSpPr>
        <dsp:cNvPr id="0" name=""/>
        <dsp:cNvSpPr/>
      </dsp:nvSpPr>
      <dsp:spPr>
        <a:xfrm>
          <a:off x="442281" y="1120933"/>
          <a:ext cx="804148" cy="8041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ACCF8-094B-4EF4-9929-64417D110AE7}">
      <dsp:nvSpPr>
        <dsp:cNvPr id="0" name=""/>
        <dsp:cNvSpPr/>
      </dsp:nvSpPr>
      <dsp:spPr>
        <a:xfrm>
          <a:off x="1688711" y="791964"/>
          <a:ext cx="4483488" cy="1462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738" tIns="154738" rIns="154738" bIns="1547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IA32-based systems (i.e., Intel Pentium) and their 64-bit counterparts use the little-endian ordering, so we need to "rearrange" the bytes if we want the most significant byte to be the left-most number. </a:t>
          </a:r>
        </a:p>
      </dsp:txBody>
      <dsp:txXfrm>
        <a:off x="1688711" y="791964"/>
        <a:ext cx="4483488" cy="1462087"/>
      </dsp:txXfrm>
    </dsp:sp>
    <dsp:sp modelId="{F2C4ED45-FB9B-42D6-B221-94CA7D9D2A21}">
      <dsp:nvSpPr>
        <dsp:cNvPr id="0" name=""/>
        <dsp:cNvSpPr/>
      </dsp:nvSpPr>
      <dsp:spPr>
        <a:xfrm>
          <a:off x="0" y="2619573"/>
          <a:ext cx="6172199" cy="14620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01EE61-5CD2-4187-8085-B72E0C29EA1A}">
      <dsp:nvSpPr>
        <dsp:cNvPr id="0" name=""/>
        <dsp:cNvSpPr/>
      </dsp:nvSpPr>
      <dsp:spPr>
        <a:xfrm>
          <a:off x="442281" y="2948543"/>
          <a:ext cx="804148" cy="8041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22113-1A8B-46B5-A24B-4B27ED7F6D33}">
      <dsp:nvSpPr>
        <dsp:cNvPr id="0" name=""/>
        <dsp:cNvSpPr/>
      </dsp:nvSpPr>
      <dsp:spPr>
        <a:xfrm>
          <a:off x="1688711" y="2619573"/>
          <a:ext cx="4483488" cy="1462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738" tIns="154738" rIns="154738" bIns="1547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Sun SPARC and Motorola PowerPC (i.e., Apple computers) systems use big-endian ordering.</a:t>
          </a:r>
        </a:p>
      </dsp:txBody>
      <dsp:txXfrm>
        <a:off x="1688711" y="2619573"/>
        <a:ext cx="4483488" cy="14620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FBFD94-E93B-4CE9-BF4F-5412A984B623}">
      <dsp:nvSpPr>
        <dsp:cNvPr id="0" name=""/>
        <dsp:cNvSpPr/>
      </dsp:nvSpPr>
      <dsp:spPr>
        <a:xfrm>
          <a:off x="0" y="416"/>
          <a:ext cx="6172199" cy="5732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B68C9-C7BF-43AA-B25E-59B49FAB1C47}">
      <dsp:nvSpPr>
        <dsp:cNvPr id="0" name=""/>
        <dsp:cNvSpPr/>
      </dsp:nvSpPr>
      <dsp:spPr>
        <a:xfrm>
          <a:off x="173414" y="129402"/>
          <a:ext cx="315298" cy="3152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75D90-BBA4-4B76-8328-B683B5E23136}">
      <dsp:nvSpPr>
        <dsp:cNvPr id="0" name=""/>
        <dsp:cNvSpPr/>
      </dsp:nvSpPr>
      <dsp:spPr>
        <a:xfrm>
          <a:off x="662126" y="416"/>
          <a:ext cx="5510073" cy="573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71" tIns="60671" rIns="60671" bIns="6067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 must now consider how it stores letters and sentences.</a:t>
          </a:r>
        </a:p>
      </dsp:txBody>
      <dsp:txXfrm>
        <a:off x="662126" y="416"/>
        <a:ext cx="5510073" cy="573269"/>
      </dsp:txXfrm>
    </dsp:sp>
    <dsp:sp modelId="{FF8B84BD-7C0B-4AEF-833C-11ED7FB92289}">
      <dsp:nvSpPr>
        <dsp:cNvPr id="0" name=""/>
        <dsp:cNvSpPr/>
      </dsp:nvSpPr>
      <dsp:spPr>
        <a:xfrm>
          <a:off x="0" y="717003"/>
          <a:ext cx="6172199" cy="5732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8D134-5BF6-4808-8E48-DAF2E800B893}">
      <dsp:nvSpPr>
        <dsp:cNvPr id="0" name=""/>
        <dsp:cNvSpPr/>
      </dsp:nvSpPr>
      <dsp:spPr>
        <a:xfrm>
          <a:off x="173414" y="845989"/>
          <a:ext cx="315298" cy="3152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7A56E-E313-4464-9BC1-8D28905212F8}">
      <dsp:nvSpPr>
        <dsp:cNvPr id="0" name=""/>
        <dsp:cNvSpPr/>
      </dsp:nvSpPr>
      <dsp:spPr>
        <a:xfrm>
          <a:off x="662126" y="717003"/>
          <a:ext cx="5510073" cy="573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71" tIns="60671" rIns="60671" bIns="6067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most common technique is to encode the characters using ASCII or Unicode. </a:t>
          </a:r>
        </a:p>
      </dsp:txBody>
      <dsp:txXfrm>
        <a:off x="662126" y="717003"/>
        <a:ext cx="5510073" cy="573269"/>
      </dsp:txXfrm>
    </dsp:sp>
    <dsp:sp modelId="{5D0F2213-EDA1-49D8-8ADD-7C97F39D2C55}">
      <dsp:nvSpPr>
        <dsp:cNvPr id="0" name=""/>
        <dsp:cNvSpPr/>
      </dsp:nvSpPr>
      <dsp:spPr>
        <a:xfrm>
          <a:off x="0" y="1433590"/>
          <a:ext cx="6172199" cy="5732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04127E-2057-49BA-8B8B-EA14D9119994}">
      <dsp:nvSpPr>
        <dsp:cNvPr id="0" name=""/>
        <dsp:cNvSpPr/>
      </dsp:nvSpPr>
      <dsp:spPr>
        <a:xfrm>
          <a:off x="173414" y="1562576"/>
          <a:ext cx="315298" cy="3152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C4BAC-CB52-4838-AB0F-C3D4304FACD6}">
      <dsp:nvSpPr>
        <dsp:cNvPr id="0" name=""/>
        <dsp:cNvSpPr/>
      </dsp:nvSpPr>
      <dsp:spPr>
        <a:xfrm>
          <a:off x="662126" y="1433590"/>
          <a:ext cx="5510073" cy="573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71" tIns="60671" rIns="60671" bIns="6067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ASCII assigns a numerical value to the characters in American English. </a:t>
          </a:r>
        </a:p>
      </dsp:txBody>
      <dsp:txXfrm>
        <a:off x="662126" y="1433590"/>
        <a:ext cx="5510073" cy="573269"/>
      </dsp:txXfrm>
    </dsp:sp>
    <dsp:sp modelId="{6BE9B717-AEC7-48AC-B2A6-9BA1182649E8}">
      <dsp:nvSpPr>
        <dsp:cNvPr id="0" name=""/>
        <dsp:cNvSpPr/>
      </dsp:nvSpPr>
      <dsp:spPr>
        <a:xfrm>
          <a:off x="0" y="2150177"/>
          <a:ext cx="6172199" cy="5732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B31E65-0BEA-4397-9135-26198E5A0DA9}">
      <dsp:nvSpPr>
        <dsp:cNvPr id="0" name=""/>
        <dsp:cNvSpPr/>
      </dsp:nvSpPr>
      <dsp:spPr>
        <a:xfrm>
          <a:off x="173414" y="2279163"/>
          <a:ext cx="315298" cy="3152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2E333-C262-4078-8B89-AEE0EF77F2F1}">
      <dsp:nvSpPr>
        <dsp:cNvPr id="0" name=""/>
        <dsp:cNvSpPr/>
      </dsp:nvSpPr>
      <dsp:spPr>
        <a:xfrm>
          <a:off x="662126" y="2150177"/>
          <a:ext cx="5510073" cy="573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71" tIns="60671" rIns="60671" bIns="6067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For example, the letter 'A' is equal to 0x41, and '&amp;' is equal to 0x26. </a:t>
          </a:r>
        </a:p>
      </dsp:txBody>
      <dsp:txXfrm>
        <a:off x="662126" y="2150177"/>
        <a:ext cx="5510073" cy="573269"/>
      </dsp:txXfrm>
    </dsp:sp>
    <dsp:sp modelId="{27C0F244-0D58-4E16-AEE0-F203D810649D}">
      <dsp:nvSpPr>
        <dsp:cNvPr id="0" name=""/>
        <dsp:cNvSpPr/>
      </dsp:nvSpPr>
      <dsp:spPr>
        <a:xfrm>
          <a:off x="0" y="2866764"/>
          <a:ext cx="6172199" cy="5732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44DEC-203A-4D41-A38E-431581C998F5}">
      <dsp:nvSpPr>
        <dsp:cNvPr id="0" name=""/>
        <dsp:cNvSpPr/>
      </dsp:nvSpPr>
      <dsp:spPr>
        <a:xfrm>
          <a:off x="173414" y="2995750"/>
          <a:ext cx="315298" cy="31529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BF74A-BADB-4F13-9CC0-577AB48F899E}">
      <dsp:nvSpPr>
        <dsp:cNvPr id="0" name=""/>
        <dsp:cNvSpPr/>
      </dsp:nvSpPr>
      <dsp:spPr>
        <a:xfrm>
          <a:off x="662126" y="2866764"/>
          <a:ext cx="5510073" cy="573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71" tIns="60671" rIns="60671" bIns="6067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largest defined value is 0x7E, which means that 1 byte can be used to store each character. </a:t>
          </a:r>
        </a:p>
      </dsp:txBody>
      <dsp:txXfrm>
        <a:off x="662126" y="2866764"/>
        <a:ext cx="5510073" cy="573269"/>
      </dsp:txXfrm>
    </dsp:sp>
    <dsp:sp modelId="{D17BF08F-D42B-4D86-9BE6-7767792A68BB}">
      <dsp:nvSpPr>
        <dsp:cNvPr id="0" name=""/>
        <dsp:cNvSpPr/>
      </dsp:nvSpPr>
      <dsp:spPr>
        <a:xfrm>
          <a:off x="0" y="3583351"/>
          <a:ext cx="6172199" cy="5732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D21522-DECF-42DE-B0E2-A88A0A93935B}">
      <dsp:nvSpPr>
        <dsp:cNvPr id="0" name=""/>
        <dsp:cNvSpPr/>
      </dsp:nvSpPr>
      <dsp:spPr>
        <a:xfrm>
          <a:off x="173414" y="3712337"/>
          <a:ext cx="315298" cy="31529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89BF9A-B1F5-4AAD-9139-6E1B80D8EA76}">
      <dsp:nvSpPr>
        <dsp:cNvPr id="0" name=""/>
        <dsp:cNvSpPr/>
      </dsp:nvSpPr>
      <dsp:spPr>
        <a:xfrm>
          <a:off x="662126" y="3583351"/>
          <a:ext cx="5510073" cy="573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71" tIns="60671" rIns="60671" bIns="6067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There are many values that are defined as control characters and are not printable, such the 0x07 bell sound. </a:t>
          </a:r>
        </a:p>
      </dsp:txBody>
      <dsp:txXfrm>
        <a:off x="662126" y="3583351"/>
        <a:ext cx="5510073" cy="573269"/>
      </dsp:txXfrm>
    </dsp:sp>
    <dsp:sp modelId="{2215577A-5AA5-4CC3-A80E-10EA3C482F53}">
      <dsp:nvSpPr>
        <dsp:cNvPr id="0" name=""/>
        <dsp:cNvSpPr/>
      </dsp:nvSpPr>
      <dsp:spPr>
        <a:xfrm>
          <a:off x="0" y="4299938"/>
          <a:ext cx="6172199" cy="5732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E1DA3-CDC1-46C9-89A1-9CEDAB110C08}">
      <dsp:nvSpPr>
        <dsp:cNvPr id="0" name=""/>
        <dsp:cNvSpPr/>
      </dsp:nvSpPr>
      <dsp:spPr>
        <a:xfrm>
          <a:off x="173414" y="4428924"/>
          <a:ext cx="315298" cy="31529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10A34-DD71-447B-A995-95F60495E333}">
      <dsp:nvSpPr>
        <dsp:cNvPr id="0" name=""/>
        <dsp:cNvSpPr/>
      </dsp:nvSpPr>
      <dsp:spPr>
        <a:xfrm>
          <a:off x="662126" y="4299938"/>
          <a:ext cx="5510073" cy="573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71" tIns="60671" rIns="60671" bIns="6067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more detailed ASCII table can be found at http://www.asciitable.com/.</a:t>
          </a:r>
        </a:p>
      </dsp:txBody>
      <dsp:txXfrm>
        <a:off x="662126" y="4299938"/>
        <a:ext cx="5510073" cy="5732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C50FA9-C8D3-EB48-867E-8BF2F078E1AB}">
      <dsp:nvSpPr>
        <dsp:cNvPr id="0" name=""/>
        <dsp:cNvSpPr/>
      </dsp:nvSpPr>
      <dsp:spPr>
        <a:xfrm>
          <a:off x="0" y="380841"/>
          <a:ext cx="617219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To store a sentence or a word using ASCII, we need to allocate as many bytes as there are characters in the sentence or word. </a:t>
          </a:r>
        </a:p>
      </dsp:txBody>
      <dsp:txXfrm>
        <a:off x="34954" y="415795"/>
        <a:ext cx="6102291" cy="646132"/>
      </dsp:txXfrm>
    </dsp:sp>
    <dsp:sp modelId="{5327E3FB-EAA9-9E42-9A94-ECBFE793DB21}">
      <dsp:nvSpPr>
        <dsp:cNvPr id="0" name=""/>
        <dsp:cNvSpPr/>
      </dsp:nvSpPr>
      <dsp:spPr>
        <a:xfrm>
          <a:off x="0" y="1148721"/>
          <a:ext cx="617219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Each byte stores the value of a character. </a:t>
          </a:r>
        </a:p>
      </dsp:txBody>
      <dsp:txXfrm>
        <a:off x="34954" y="1183675"/>
        <a:ext cx="6102291" cy="646132"/>
      </dsp:txXfrm>
    </dsp:sp>
    <dsp:sp modelId="{68AFCECC-5B53-1140-B248-05C6ADD630E2}">
      <dsp:nvSpPr>
        <dsp:cNvPr id="0" name=""/>
        <dsp:cNvSpPr/>
      </dsp:nvSpPr>
      <dsp:spPr>
        <a:xfrm>
          <a:off x="0" y="1916601"/>
          <a:ext cx="617219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endian ordering of a system does not play a role in how the characters are stored because these are separate 1-byte values. </a:t>
          </a:r>
        </a:p>
      </dsp:txBody>
      <dsp:txXfrm>
        <a:off x="34954" y="1951555"/>
        <a:ext cx="6102291" cy="646132"/>
      </dsp:txXfrm>
    </dsp:sp>
    <dsp:sp modelId="{078D4A1B-D187-C74E-8CDB-658605FEE218}">
      <dsp:nvSpPr>
        <dsp:cNvPr id="0" name=""/>
        <dsp:cNvSpPr/>
      </dsp:nvSpPr>
      <dsp:spPr>
        <a:xfrm>
          <a:off x="0" y="2684481"/>
          <a:ext cx="617219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Therefore, the first character in the word or sentence is always in the first allocated byte. </a:t>
          </a:r>
        </a:p>
      </dsp:txBody>
      <dsp:txXfrm>
        <a:off x="34954" y="2719435"/>
        <a:ext cx="6102291" cy="646132"/>
      </dsp:txXfrm>
    </dsp:sp>
    <dsp:sp modelId="{008A20B3-E979-D447-A794-9E80F7D91D0E}">
      <dsp:nvSpPr>
        <dsp:cNvPr id="0" name=""/>
        <dsp:cNvSpPr/>
      </dsp:nvSpPr>
      <dsp:spPr>
        <a:xfrm>
          <a:off x="0" y="3452361"/>
          <a:ext cx="617219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series of bytes in a word or sentence is called a </a:t>
          </a:r>
          <a:r>
            <a:rPr lang="en-US" sz="1800" i="1" kern="1200"/>
            <a:t>string</a:t>
          </a:r>
          <a:r>
            <a:rPr lang="en-US" sz="1800" kern="1200"/>
            <a:t>.</a:t>
          </a:r>
        </a:p>
      </dsp:txBody>
      <dsp:txXfrm>
        <a:off x="34954" y="3487315"/>
        <a:ext cx="6102291" cy="646132"/>
      </dsp:txXfrm>
    </dsp:sp>
    <dsp:sp modelId="{5E60CCBB-BFA7-5C4E-88C3-D6E4147719F6}">
      <dsp:nvSpPr>
        <dsp:cNvPr id="0" name=""/>
        <dsp:cNvSpPr/>
      </dsp:nvSpPr>
      <dsp:spPr>
        <a:xfrm>
          <a:off x="0" y="4220241"/>
          <a:ext cx="6172199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Many times, the string ends with the NULL symbol, which is 0x00.</a:t>
          </a:r>
        </a:p>
      </dsp:txBody>
      <dsp:txXfrm>
        <a:off x="34954" y="4255195"/>
        <a:ext cx="6102291" cy="6461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D273D-E796-7F43-8DE5-5EA4B9884255}">
      <dsp:nvSpPr>
        <dsp:cNvPr id="0" name=""/>
        <dsp:cNvSpPr/>
      </dsp:nvSpPr>
      <dsp:spPr>
        <a:xfrm>
          <a:off x="0" y="115872"/>
          <a:ext cx="6172199" cy="1117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How are data stored in specific file systems?</a:t>
          </a:r>
        </a:p>
      </dsp:txBody>
      <dsp:txXfrm>
        <a:off x="54541" y="170413"/>
        <a:ext cx="6063117" cy="1008188"/>
      </dsp:txXfrm>
    </dsp:sp>
    <dsp:sp modelId="{9D90ECE0-5AB3-0B46-9501-9B6F7D1C7F07}">
      <dsp:nvSpPr>
        <dsp:cNvPr id="0" name=""/>
        <dsp:cNvSpPr/>
      </dsp:nvSpPr>
      <dsp:spPr>
        <a:xfrm>
          <a:off x="0" y="1290742"/>
          <a:ext cx="6172199" cy="1117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With a paper form, a label precedes the boxes and tells you that the boxes are for the name or address.</a:t>
          </a:r>
        </a:p>
      </dsp:txBody>
      <dsp:txXfrm>
        <a:off x="54541" y="1345283"/>
        <a:ext cx="6063117" cy="1008188"/>
      </dsp:txXfrm>
    </dsp:sp>
    <dsp:sp modelId="{E831019B-D6BB-F04D-8BB2-9EA6FB269FEA}">
      <dsp:nvSpPr>
        <dsp:cNvPr id="0" name=""/>
        <dsp:cNvSpPr/>
      </dsp:nvSpPr>
      <dsp:spPr>
        <a:xfrm>
          <a:off x="0" y="2465612"/>
          <a:ext cx="6172199" cy="1117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Computers do not, generally, precede file system data with a label. </a:t>
          </a:r>
        </a:p>
      </dsp:txBody>
      <dsp:txXfrm>
        <a:off x="54541" y="2520153"/>
        <a:ext cx="6063117" cy="1008188"/>
      </dsp:txXfrm>
    </dsp:sp>
    <dsp:sp modelId="{1BAFCE60-00DE-8E49-B308-6A5679F83DD6}">
      <dsp:nvSpPr>
        <dsp:cNvPr id="0" name=""/>
        <dsp:cNvSpPr/>
      </dsp:nvSpPr>
      <dsp:spPr>
        <a:xfrm>
          <a:off x="0" y="3640482"/>
          <a:ext cx="6172199" cy="1117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Instead, they simply know that the first 32 bytes are for a person's name and the next 32 bytes are for the street name.</a:t>
          </a:r>
        </a:p>
      </dsp:txBody>
      <dsp:txXfrm>
        <a:off x="54541" y="3695023"/>
        <a:ext cx="6063117" cy="100818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91734-E9B7-4242-A1AE-E0FDFD7AECEB}">
      <dsp:nvSpPr>
        <dsp:cNvPr id="0" name=""/>
        <dsp:cNvSpPr/>
      </dsp:nvSpPr>
      <dsp:spPr>
        <a:xfrm>
          <a:off x="0" y="2022"/>
          <a:ext cx="6172199" cy="10251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FA0BA9-AECD-449A-81CB-FA1DEF116DF2}">
      <dsp:nvSpPr>
        <dsp:cNvPr id="0" name=""/>
        <dsp:cNvSpPr/>
      </dsp:nvSpPr>
      <dsp:spPr>
        <a:xfrm>
          <a:off x="310115" y="232687"/>
          <a:ext cx="563846" cy="5638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BDC59-1B38-47F3-8730-D8073AF76F5F}">
      <dsp:nvSpPr>
        <dsp:cNvPr id="0" name=""/>
        <dsp:cNvSpPr/>
      </dsp:nvSpPr>
      <dsp:spPr>
        <a:xfrm>
          <a:off x="1184076" y="2022"/>
          <a:ext cx="4988123" cy="102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98" tIns="108498" rIns="108498" bIns="10849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Computers know the layout of the data because of data structures. </a:t>
          </a:r>
        </a:p>
      </dsp:txBody>
      <dsp:txXfrm>
        <a:off x="1184076" y="2022"/>
        <a:ext cx="4988123" cy="1025174"/>
      </dsp:txXfrm>
    </dsp:sp>
    <dsp:sp modelId="{C1B54589-83F8-4D7F-8CFB-3E8EB6FBC912}">
      <dsp:nvSpPr>
        <dsp:cNvPr id="0" name=""/>
        <dsp:cNvSpPr/>
      </dsp:nvSpPr>
      <dsp:spPr>
        <a:xfrm>
          <a:off x="0" y="1283491"/>
          <a:ext cx="6172199" cy="10251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AE1E09-120E-4983-820F-E6A5FE05DCB8}">
      <dsp:nvSpPr>
        <dsp:cNvPr id="0" name=""/>
        <dsp:cNvSpPr/>
      </dsp:nvSpPr>
      <dsp:spPr>
        <a:xfrm>
          <a:off x="310115" y="1514155"/>
          <a:ext cx="563846" cy="5638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119319-3D5C-499E-B9B3-B363988184EA}">
      <dsp:nvSpPr>
        <dsp:cNvPr id="0" name=""/>
        <dsp:cNvSpPr/>
      </dsp:nvSpPr>
      <dsp:spPr>
        <a:xfrm>
          <a:off x="1184076" y="1283491"/>
          <a:ext cx="4988123" cy="102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98" tIns="108498" rIns="108498" bIns="10849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 data structure describes how data are laid out. </a:t>
          </a:r>
        </a:p>
      </dsp:txBody>
      <dsp:txXfrm>
        <a:off x="1184076" y="1283491"/>
        <a:ext cx="4988123" cy="1025174"/>
      </dsp:txXfrm>
    </dsp:sp>
    <dsp:sp modelId="{09906BF5-5C06-41EA-908B-74448368DAAA}">
      <dsp:nvSpPr>
        <dsp:cNvPr id="0" name=""/>
        <dsp:cNvSpPr/>
      </dsp:nvSpPr>
      <dsp:spPr>
        <a:xfrm>
          <a:off x="0" y="2564959"/>
          <a:ext cx="6172199" cy="10251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3D5D10-9F6A-47FC-8B4C-237BD644D50A}">
      <dsp:nvSpPr>
        <dsp:cNvPr id="0" name=""/>
        <dsp:cNvSpPr/>
      </dsp:nvSpPr>
      <dsp:spPr>
        <a:xfrm>
          <a:off x="310115" y="2795623"/>
          <a:ext cx="563846" cy="5638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0DC7E-EE36-422D-A791-AC2DB85D3C8A}">
      <dsp:nvSpPr>
        <dsp:cNvPr id="0" name=""/>
        <dsp:cNvSpPr/>
      </dsp:nvSpPr>
      <dsp:spPr>
        <a:xfrm>
          <a:off x="1184076" y="2564959"/>
          <a:ext cx="4988123" cy="102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98" tIns="108498" rIns="108498" bIns="10849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works like a template or map. </a:t>
          </a:r>
        </a:p>
      </dsp:txBody>
      <dsp:txXfrm>
        <a:off x="1184076" y="2564959"/>
        <a:ext cx="4988123" cy="1025174"/>
      </dsp:txXfrm>
    </dsp:sp>
    <dsp:sp modelId="{B9BB71E1-79EE-4FB2-B2F2-A83F53AD60C4}">
      <dsp:nvSpPr>
        <dsp:cNvPr id="0" name=""/>
        <dsp:cNvSpPr/>
      </dsp:nvSpPr>
      <dsp:spPr>
        <a:xfrm>
          <a:off x="0" y="3846427"/>
          <a:ext cx="6172199" cy="10251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4FE5B9-BFB2-4614-9F5B-57534467D493}">
      <dsp:nvSpPr>
        <dsp:cNvPr id="0" name=""/>
        <dsp:cNvSpPr/>
      </dsp:nvSpPr>
      <dsp:spPr>
        <a:xfrm>
          <a:off x="310115" y="4077091"/>
          <a:ext cx="563846" cy="5638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F3235-306F-4A29-BFD7-93DDC29D41A0}">
      <dsp:nvSpPr>
        <dsp:cNvPr id="0" name=""/>
        <dsp:cNvSpPr/>
      </dsp:nvSpPr>
      <dsp:spPr>
        <a:xfrm>
          <a:off x="1184076" y="3846427"/>
          <a:ext cx="4988123" cy="102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98" tIns="108498" rIns="108498" bIns="10849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data structure is broken up into fields, and each field has a size.</a:t>
          </a:r>
        </a:p>
      </dsp:txBody>
      <dsp:txXfrm>
        <a:off x="1184076" y="3846427"/>
        <a:ext cx="4988123" cy="102517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01ADF-4EC0-4523-91E8-2F6E5CA77C73}">
      <dsp:nvSpPr>
        <dsp:cNvPr id="0" name=""/>
        <dsp:cNvSpPr/>
      </dsp:nvSpPr>
      <dsp:spPr>
        <a:xfrm>
          <a:off x="0" y="1300"/>
          <a:ext cx="9131911" cy="6590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EB180-80AB-4B26-BE56-4B8EFAD6AC77}">
      <dsp:nvSpPr>
        <dsp:cNvPr id="0" name=""/>
        <dsp:cNvSpPr/>
      </dsp:nvSpPr>
      <dsp:spPr>
        <a:xfrm>
          <a:off x="199353" y="149579"/>
          <a:ext cx="362460" cy="3624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969E6-0067-4498-8146-A9D85BBD610F}">
      <dsp:nvSpPr>
        <dsp:cNvPr id="0" name=""/>
        <dsp:cNvSpPr/>
      </dsp:nvSpPr>
      <dsp:spPr>
        <a:xfrm>
          <a:off x="761167" y="1300"/>
          <a:ext cx="8370743" cy="659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46" tIns="69746" rIns="69746" bIns="697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Output from the xxd Unix tool.</a:t>
          </a:r>
        </a:p>
      </dsp:txBody>
      <dsp:txXfrm>
        <a:off x="761167" y="1300"/>
        <a:ext cx="8370743" cy="659019"/>
      </dsp:txXfrm>
    </dsp:sp>
    <dsp:sp modelId="{7DC235EA-FF62-4119-8884-095B71140BA9}">
      <dsp:nvSpPr>
        <dsp:cNvPr id="0" name=""/>
        <dsp:cNvSpPr/>
      </dsp:nvSpPr>
      <dsp:spPr>
        <a:xfrm>
          <a:off x="0" y="825074"/>
          <a:ext cx="9131911" cy="6590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7D35FD-A9D1-496F-B94C-15FBB97A85D0}">
      <dsp:nvSpPr>
        <dsp:cNvPr id="0" name=""/>
        <dsp:cNvSpPr/>
      </dsp:nvSpPr>
      <dsp:spPr>
        <a:xfrm>
          <a:off x="199353" y="973354"/>
          <a:ext cx="362460" cy="3624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074546-57F9-4ECF-A612-8B8B9E188AB8}">
      <dsp:nvSpPr>
        <dsp:cNvPr id="0" name=""/>
        <dsp:cNvSpPr/>
      </dsp:nvSpPr>
      <dsp:spPr>
        <a:xfrm>
          <a:off x="761167" y="825074"/>
          <a:ext cx="8370743" cy="659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46" tIns="69746" rIns="69746" bIns="697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left column is the byte offset of the row in decimal, the 8 middle columns are 16 bytes of the data in hexadecimal, and the last column is the ASCII equivalent of the data.</a:t>
          </a:r>
        </a:p>
      </dsp:txBody>
      <dsp:txXfrm>
        <a:off x="761167" y="825074"/>
        <a:ext cx="8370743" cy="659019"/>
      </dsp:txXfrm>
    </dsp:sp>
    <dsp:sp modelId="{E130B8C8-BF0F-4626-812B-91670770D7D1}">
      <dsp:nvSpPr>
        <dsp:cNvPr id="0" name=""/>
        <dsp:cNvSpPr/>
      </dsp:nvSpPr>
      <dsp:spPr>
        <a:xfrm>
          <a:off x="0" y="1648849"/>
          <a:ext cx="9131911" cy="6590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153B16-CB53-44C5-94F4-7DCEFD2FE3D5}">
      <dsp:nvSpPr>
        <dsp:cNvPr id="0" name=""/>
        <dsp:cNvSpPr/>
      </dsp:nvSpPr>
      <dsp:spPr>
        <a:xfrm>
          <a:off x="199353" y="1797128"/>
          <a:ext cx="362460" cy="3624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D0307-7090-4212-AEA8-0FFDA0169B8C}">
      <dsp:nvSpPr>
        <dsp:cNvPr id="0" name=""/>
        <dsp:cNvSpPr/>
      </dsp:nvSpPr>
      <dsp:spPr>
        <a:xfrm>
          <a:off x="761167" y="1648849"/>
          <a:ext cx="8370743" cy="659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46" tIns="69746" rIns="69746" bIns="697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'.' exists where there is no printable ASCII character for the value.</a:t>
          </a:r>
        </a:p>
      </dsp:txBody>
      <dsp:txXfrm>
        <a:off x="761167" y="1648849"/>
        <a:ext cx="8370743" cy="659019"/>
      </dsp:txXfrm>
    </dsp:sp>
    <dsp:sp modelId="{FB89F526-38C6-42E8-A62D-81956D5BF208}">
      <dsp:nvSpPr>
        <dsp:cNvPr id="0" name=""/>
        <dsp:cNvSpPr/>
      </dsp:nvSpPr>
      <dsp:spPr>
        <a:xfrm>
          <a:off x="0" y="2472624"/>
          <a:ext cx="9131911" cy="6590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691366-D146-44D6-B1D8-A7B72EFCF87C}">
      <dsp:nvSpPr>
        <dsp:cNvPr id="0" name=""/>
        <dsp:cNvSpPr/>
      </dsp:nvSpPr>
      <dsp:spPr>
        <a:xfrm>
          <a:off x="199353" y="2620903"/>
          <a:ext cx="362460" cy="3624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9B2E4-28F6-45A7-B04A-DC1BF1D376D5}">
      <dsp:nvSpPr>
        <dsp:cNvPr id="0" name=""/>
        <dsp:cNvSpPr/>
      </dsp:nvSpPr>
      <dsp:spPr>
        <a:xfrm>
          <a:off x="761167" y="2472624"/>
          <a:ext cx="8370743" cy="659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46" tIns="69746" rIns="69746" bIns="697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Each hexadecimal symbol represents 4 bits, so a byte needs 2 hexadecimal symbols.</a:t>
          </a:r>
        </a:p>
      </dsp:txBody>
      <dsp:txXfrm>
        <a:off x="761167" y="2472624"/>
        <a:ext cx="8370743" cy="65901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C53469-E701-C641-8EAF-A494AE482729}">
      <dsp:nvSpPr>
        <dsp:cNvPr id="0" name=""/>
        <dsp:cNvSpPr/>
      </dsp:nvSpPr>
      <dsp:spPr>
        <a:xfrm>
          <a:off x="0" y="440571"/>
          <a:ext cx="9131911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Each address is 32 bytes, so the first address is in bytes 0 to 31. Bytes 0 to 1 should be the 2 byte number field, and bytes 2 to 31 should be the street name. </a:t>
          </a:r>
        </a:p>
      </dsp:txBody>
      <dsp:txXfrm>
        <a:off x="34954" y="475525"/>
        <a:ext cx="9062003" cy="646132"/>
      </dsp:txXfrm>
    </dsp:sp>
    <dsp:sp modelId="{394DF7CB-214C-2448-8ADC-0B0CF2509CC2}">
      <dsp:nvSpPr>
        <dsp:cNvPr id="0" name=""/>
        <dsp:cNvSpPr/>
      </dsp:nvSpPr>
      <dsp:spPr>
        <a:xfrm>
          <a:off x="0" y="1208451"/>
          <a:ext cx="9131911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Bytes 0 to 1 show us the value 0x0100. The data are from an Intel system, which is little-endian, and we will therefore have to switch the order of the 0x01 and the 0x00 to produce 0x0001. </a:t>
          </a:r>
        </a:p>
      </dsp:txBody>
      <dsp:txXfrm>
        <a:off x="34954" y="1243405"/>
        <a:ext cx="9062003" cy="646132"/>
      </dsp:txXfrm>
    </dsp:sp>
    <dsp:sp modelId="{0BA3E5AF-1939-9240-8299-FD482B5C1364}">
      <dsp:nvSpPr>
        <dsp:cNvPr id="0" name=""/>
        <dsp:cNvSpPr/>
      </dsp:nvSpPr>
      <dsp:spPr>
        <a:xfrm>
          <a:off x="0" y="1976332"/>
          <a:ext cx="9131911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When we convert this to decimal we get the number 1.</a:t>
          </a:r>
        </a:p>
      </dsp:txBody>
      <dsp:txXfrm>
        <a:off x="34954" y="2011286"/>
        <a:ext cx="9062003" cy="64613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61A60-230C-4DB1-9D11-DD4E99E30FA8}">
      <dsp:nvSpPr>
        <dsp:cNvPr id="0" name=""/>
        <dsp:cNvSpPr/>
      </dsp:nvSpPr>
      <dsp:spPr>
        <a:xfrm>
          <a:off x="0" y="1300"/>
          <a:ext cx="9131911" cy="6590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9AADBF-AC42-403B-A177-FBC24851A068}">
      <dsp:nvSpPr>
        <dsp:cNvPr id="0" name=""/>
        <dsp:cNvSpPr/>
      </dsp:nvSpPr>
      <dsp:spPr>
        <a:xfrm>
          <a:off x="199353" y="149579"/>
          <a:ext cx="362460" cy="3624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F891C-B71F-485F-B738-ABA06E225DE8}">
      <dsp:nvSpPr>
        <dsp:cNvPr id="0" name=""/>
        <dsp:cNvSpPr/>
      </dsp:nvSpPr>
      <dsp:spPr>
        <a:xfrm>
          <a:off x="761167" y="1300"/>
          <a:ext cx="8370743" cy="659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46" tIns="69746" rIns="69746" bIns="697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second field in the data structure is in bytes 2 to 31 and is an ASCII string, which is not effected by the endian ordering of the system, so we do not have to reorder the bytes. </a:t>
          </a:r>
        </a:p>
      </dsp:txBody>
      <dsp:txXfrm>
        <a:off x="761167" y="1300"/>
        <a:ext cx="8370743" cy="659019"/>
      </dsp:txXfrm>
    </dsp:sp>
    <dsp:sp modelId="{BA232482-04A4-4C7D-8697-1C6B64936D7A}">
      <dsp:nvSpPr>
        <dsp:cNvPr id="0" name=""/>
        <dsp:cNvSpPr/>
      </dsp:nvSpPr>
      <dsp:spPr>
        <a:xfrm>
          <a:off x="0" y="825074"/>
          <a:ext cx="9131911" cy="6590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7B4C5E-1497-4DAE-8143-17D0C46FC329}">
      <dsp:nvSpPr>
        <dsp:cNvPr id="0" name=""/>
        <dsp:cNvSpPr/>
      </dsp:nvSpPr>
      <dsp:spPr>
        <a:xfrm>
          <a:off x="199353" y="973354"/>
          <a:ext cx="362460" cy="3624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0D1F5-853D-4E23-9EC6-3638CC84E46E}">
      <dsp:nvSpPr>
        <dsp:cNvPr id="0" name=""/>
        <dsp:cNvSpPr/>
      </dsp:nvSpPr>
      <dsp:spPr>
        <a:xfrm>
          <a:off x="761167" y="825074"/>
          <a:ext cx="8370743" cy="659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46" tIns="69746" rIns="69746" bIns="697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 can either convert each byte to its ASCII equivalent or, in this case, cheat and look on the right column to see "Main St.." </a:t>
          </a:r>
        </a:p>
      </dsp:txBody>
      <dsp:txXfrm>
        <a:off x="761167" y="825074"/>
        <a:ext cx="8370743" cy="659019"/>
      </dsp:txXfrm>
    </dsp:sp>
    <dsp:sp modelId="{C08B4CED-0326-478E-9F35-F80F8AE68AFE}">
      <dsp:nvSpPr>
        <dsp:cNvPr id="0" name=""/>
        <dsp:cNvSpPr/>
      </dsp:nvSpPr>
      <dsp:spPr>
        <a:xfrm>
          <a:off x="0" y="1648849"/>
          <a:ext cx="9131911" cy="6590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E270C-A4E7-4F5B-8D78-26CFA12E555A}">
      <dsp:nvSpPr>
        <dsp:cNvPr id="0" name=""/>
        <dsp:cNvSpPr/>
      </dsp:nvSpPr>
      <dsp:spPr>
        <a:xfrm>
          <a:off x="199353" y="1797128"/>
          <a:ext cx="362460" cy="3624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DC57C-6948-44FE-B615-93B13F555DC8}">
      <dsp:nvSpPr>
        <dsp:cNvPr id="0" name=""/>
        <dsp:cNvSpPr/>
      </dsp:nvSpPr>
      <dsp:spPr>
        <a:xfrm>
          <a:off x="761167" y="1648849"/>
          <a:ext cx="8370743" cy="659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46" tIns="69746" rIns="69746" bIns="697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is the value we previously wrote. </a:t>
          </a:r>
        </a:p>
      </dsp:txBody>
      <dsp:txXfrm>
        <a:off x="761167" y="1648849"/>
        <a:ext cx="8370743" cy="659019"/>
      </dsp:txXfrm>
    </dsp:sp>
    <dsp:sp modelId="{B5949ED5-95E6-4D43-A705-E6E9715A49FB}">
      <dsp:nvSpPr>
        <dsp:cNvPr id="0" name=""/>
        <dsp:cNvSpPr/>
      </dsp:nvSpPr>
      <dsp:spPr>
        <a:xfrm>
          <a:off x="0" y="2472624"/>
          <a:ext cx="9131911" cy="6590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E38EA2-265B-4312-A416-0C5BC07D8525}">
      <dsp:nvSpPr>
        <dsp:cNvPr id="0" name=""/>
        <dsp:cNvSpPr/>
      </dsp:nvSpPr>
      <dsp:spPr>
        <a:xfrm>
          <a:off x="199353" y="2620903"/>
          <a:ext cx="362460" cy="3624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ECB775-6FC7-4CF7-AFAA-4A7974B03BAE}">
      <dsp:nvSpPr>
        <dsp:cNvPr id="0" name=""/>
        <dsp:cNvSpPr/>
      </dsp:nvSpPr>
      <dsp:spPr>
        <a:xfrm>
          <a:off x="761167" y="2472624"/>
          <a:ext cx="8370743" cy="659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46" tIns="69746" rIns="69746" bIns="697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 see that another address data structure starts in byte 32 and extends until byte 63. You can process it as an exercise (it is for 25 South St).</a:t>
          </a:r>
        </a:p>
      </dsp:txBody>
      <dsp:txXfrm>
        <a:off x="761167" y="2472624"/>
        <a:ext cx="8370743" cy="6590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F4AA-21FC-4E32-8CF1-55F21A2E6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248E49-C561-4375-8970-D65085D82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FABBA-13A2-4922-82D8-79D8A76E7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FC04-1F29-4679-B726-A329A58AE3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01FC5-C122-4AD2-919B-277C2AE0B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E2490-DBD5-4108-AC8F-837A9550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88F20-5675-4302-B756-18639FB7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3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1D4DF-9160-472D-A9F7-018792CB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E930C-5675-4A0F-B9D0-573A339DD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7118A-BF42-42F7-A631-F4DC3BA9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FC04-1F29-4679-B726-A329A58AE3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C7DE9-AAB1-437A-A680-E54D6BF28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7CFF3-982C-4C78-8379-F5E26F35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88F20-5675-4302-B756-18639FB7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20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FAF0E-B2D0-404D-AF3D-B63683A3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75970-9076-44C6-BFA8-29BE116CE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63253-1903-438A-9059-E1C8B5B3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FC04-1F29-4679-B726-A329A58AE3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A49A0-2C16-457D-B0B3-D6B6B3BB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85972-7AC0-4485-AA40-CE050A9AC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88F20-5675-4302-B756-18639FB7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2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6EBC4-0AE6-4AB4-8100-A9DB05E6D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87849-94C3-417B-8323-5C671BD69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CF4F7-4EAC-4BC3-88F7-E26DC88D1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5DB34-AB64-482D-B96F-07FA5969D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FC04-1F29-4679-B726-A329A58AE3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53383-EAAD-452B-90DE-983E9C4F7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F1A85-3B67-4ABE-AF6A-56B41450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88F20-5675-4302-B756-18639FB7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7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774FF-0AD2-406C-8977-FABA88AC2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00C56-BCFC-4EA5-8CC5-CEC97A8C4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1E12E-4C8E-42D8-AF06-231DBBC33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992AF-DAE3-4B19-9D15-CE6F46AD35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27842E-0DB6-41B0-92B2-AEEA2551FC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B48FF2-5FE4-4F09-BD53-1D6EC3A9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FC04-1F29-4679-B726-A329A58AE3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55C291-DF05-4534-A379-965DF2631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1A57E-A82B-4152-B4CC-5E6D310F4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88F20-5675-4302-B756-18639FB7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58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2832-8D8D-47BC-A6BB-F18C3FFAB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DEEF7B-7B3C-4BEE-B7F1-6478A5E97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FC04-1F29-4679-B726-A329A58AE3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DBB1D5-8948-4C6B-B630-02034A53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58F44-6D9E-4951-96DB-927E56A96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88F20-5675-4302-B756-18639FB7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98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7977F-A269-4F97-8891-C8D01F49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FC04-1F29-4679-B726-A329A58AE3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C2708F-2CDA-49FE-94AA-110DD7635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8D40E-188D-43D9-B8CA-89CF1030F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88F20-5675-4302-B756-18639FB7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41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8E3E-3035-4D0C-B714-A999CAF65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96A64-DD52-442A-8374-0DFD7E34F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725F5-0CC4-4DD4-AE7B-0B761017B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9FC3C-B4A3-41C5-9025-FAB7A42D0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FC04-1F29-4679-B726-A329A58AE3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03850-F406-4FD9-9B9C-052B1946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EFE8B-A997-4B9B-8456-AB57DC725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88F20-5675-4302-B756-18639FB7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452B-5D5F-4682-A725-B26C562AE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1C2D4-C281-493D-9EC6-9C0388AFF2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C2C2F-DCC2-49BA-A3F4-5BDDD3BCE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62A1A-99C2-40D1-BCEC-BBEAB9D5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FC04-1F29-4679-B726-A329A58AE3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D8C7A-9F3A-44C6-B7E0-3C2833EDD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A1D83-313F-4254-AA90-B4785E4C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88F20-5675-4302-B756-18639FB7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54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28335-4B9F-4754-8FAE-50193B42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CF167-CCA2-4FBF-85DD-90D07D819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6BB0D-4B0E-4394-9E5E-087BB0AF7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FC04-1F29-4679-B726-A329A58AE3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7B379-6677-4A71-92C2-D27D10BC5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FC99B-F6FC-4963-A51C-1DC587DB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88F20-5675-4302-B756-18639FB7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27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694E41-C41B-4B1B-8F5C-9EF52C23B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8090B-914D-40DB-A5FF-AFE53979D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8CD75-3DF2-47D0-83DB-F50E72AD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FC04-1F29-4679-B726-A329A58AE3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DF02E-1CDD-41F4-9088-C70D6135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80A33-0E31-4D52-BB2E-2DB163354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88F20-5675-4302-B756-18639FB7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28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E2CFDC-3E48-4620-BAB5-011140AD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74B34-3CA7-4D22-B017-9631097E0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7D8C9-79CE-4605-A4FC-9D4C9EB3A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6FC04-1F29-4679-B726-A329A58AE3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02F54-9219-4495-B4B2-76AC76724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74BB3-4689-431B-8226-022AB6F29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88F20-5675-4302-B756-18639FB7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3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51.jp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51.jp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51.jp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Will-Banksy/searchlight?utm_source=chatgpt.com" TargetMode="External"/><Relationship Id="rId3" Type="http://schemas.openxmlformats.org/officeDocument/2006/relationships/hyperlink" Target="https://github.com/sleuthkit/scalpel?utm_source=chatgpt.com" TargetMode="External"/><Relationship Id="rId7" Type="http://schemas.openxmlformats.org/officeDocument/2006/relationships/hyperlink" Target="https://github.com/sondosaabed/File-Carving-Tool?utm_source=chatgpt.com" TargetMode="External"/><Relationship Id="rId2" Type="http://schemas.openxmlformats.org/officeDocument/2006/relationships/hyperlink" Target="https://github.com/wahlflo/pyFileCarving?utm_source=chatgpt.com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github.com/bluebears-dev/carve?utm_source=chatgpt.com" TargetMode="External"/><Relationship Id="rId5" Type="http://schemas.openxmlformats.org/officeDocument/2006/relationships/hyperlink" Target="https://github.com/Lakshmipathi/extcarve?utm_source=chatgpt.com" TargetMode="External"/><Relationship Id="rId4" Type="http://schemas.openxmlformats.org/officeDocument/2006/relationships/hyperlink" Target="https://github.com/libyal/reviveit?utm_source=chatgpt.com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38DDB93D-D8E1-9666-02D0-99965CA8E6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F5969A-FA89-41ED-8D90-99E4DED2A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br>
              <a:rPr lang="en-US" sz="4800">
                <a:solidFill>
                  <a:srgbClr val="FFFFFF"/>
                </a:solidFill>
              </a:rPr>
            </a:b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TSF3313 FILE SYSTEM FORENSICS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Chapter 2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Computer Foundations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68DB4ED-DAE7-9404-FA85-A10C39D446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42797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Data Organization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55F64D-D566-B29B-1841-5ED852E3A9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331862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1920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Data Organization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39A29EDF-2A34-6037-D659-E6D1ABEF74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Binary, Decimal and Hexadecimal</a:t>
            </a:r>
          </a:p>
        </p:txBody>
      </p:sp>
    </p:spTree>
    <p:extLst>
      <p:ext uri="{BB962C8B-B14F-4D97-AF65-F5344CB8AC3E}">
        <p14:creationId xmlns:p14="http://schemas.microsoft.com/office/powerpoint/2010/main" val="7676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963670A-8FB5-70BC-49B8-84E4E8BF2A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5713165"/>
              </p:ext>
            </p:extLst>
          </p:nvPr>
        </p:nvGraphicFramePr>
        <p:xfrm>
          <a:off x="5241866" y="1737360"/>
          <a:ext cx="5734545" cy="4528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/>
          </p:cNvSpPr>
          <p:nvPr/>
        </p:nvSpPr>
        <p:spPr>
          <a:xfrm>
            <a:off x="1206445" y="2731466"/>
            <a:ext cx="3653412" cy="3541318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841248">
              <a:spcAft>
                <a:spcPts val="600"/>
              </a:spcAft>
            </a:pPr>
            <a:r>
              <a:rPr lang="en-US" sz="294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Binary, Decimal and Hexadecimal (cont.)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24955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Binary, Decimal and Hexadecimal (cont.)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468DAD7A-8DAD-453C-8323-9C4040DE5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2116653"/>
            <a:ext cx="7214616" cy="259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77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/>
          </p:cNvSpPr>
          <p:nvPr/>
        </p:nvSpPr>
        <p:spPr>
          <a:xfrm>
            <a:off x="1409291" y="2779382"/>
            <a:ext cx="3505126" cy="339758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813816">
              <a:spcAft>
                <a:spcPts val="600"/>
              </a:spcAft>
            </a:pPr>
            <a:r>
              <a:rPr lang="en-US" sz="284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Binary, Decimal and Hexadecimal (cont.)</a:t>
            </a:r>
            <a:endParaRPr lang="en-US" sz="32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92D09-EB31-417B-A139-514119195D10}"/>
              </a:ext>
            </a:extLst>
          </p:cNvPr>
          <p:cNvSpPr>
            <a:spLocks/>
          </p:cNvSpPr>
          <p:nvPr/>
        </p:nvSpPr>
        <p:spPr>
          <a:xfrm>
            <a:off x="5280920" y="1825625"/>
            <a:ext cx="5501789" cy="4344262"/>
          </a:xfrm>
          <a:prstGeom prst="rect">
            <a:avLst/>
          </a:prstGeom>
        </p:spPr>
        <p:txBody>
          <a:bodyPr/>
          <a:lstStyle/>
          <a:p>
            <a:pPr defTabSz="813816">
              <a:spcAft>
                <a:spcPts val="600"/>
              </a:spcAft>
            </a:pP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right-most column is called the </a:t>
            </a:r>
            <a:r>
              <a:rPr lang="en-US" sz="1602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least significant symbol</a:t>
            </a: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 left-most column is called the </a:t>
            </a:r>
            <a:r>
              <a:rPr lang="en-US" sz="1602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 significant symbol</a:t>
            </a: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defTabSz="813816">
              <a:spcAft>
                <a:spcPts val="600"/>
              </a:spcAft>
            </a:pP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the number 35,812, the 3 is the most significant symbol, and the 2 is the least significant symbol.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253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/>
              <a:t>Data Organization</a:t>
            </a:r>
            <a:endParaRPr lang="en-US" sz="5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/>
              <a:t>Binary, Decimal and Hexadecimal (cont.)</a:t>
            </a:r>
            <a:endParaRPr lang="en-US" sz="3200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3EE529E5-EAFD-0CA7-F172-87155B9B0D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1168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Binary, Decimal and Hexadecimal (cont.)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Content Placeholder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A4103FD7-C287-47E6-A88F-870D4F10A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2408071"/>
            <a:ext cx="6408836" cy="189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60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9609" y="4685288"/>
            <a:ext cx="4171994" cy="10357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Binary, Decimal and Hexadecimal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AFC4E2CE-E4B6-4DB7-9912-7DE3622AA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166" y="557360"/>
            <a:ext cx="5449641" cy="563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12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/>
          </p:cNvSpPr>
          <p:nvPr/>
        </p:nvSpPr>
        <p:spPr>
          <a:xfrm>
            <a:off x="1402628" y="2881378"/>
            <a:ext cx="3510109" cy="3402412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813816">
              <a:spcAft>
                <a:spcPts val="600"/>
              </a:spcAft>
            </a:pPr>
            <a:r>
              <a:rPr lang="en-US" sz="284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Binary, Decimal and Hexadecimal (cont.)</a:t>
            </a:r>
            <a:endParaRPr lang="en-US" sz="32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26622-3B07-4D83-AB2C-972A73CF44D9}"/>
              </a:ext>
            </a:extLst>
          </p:cNvPr>
          <p:cNvSpPr>
            <a:spLocks/>
          </p:cNvSpPr>
          <p:nvPr/>
        </p:nvSpPr>
        <p:spPr>
          <a:xfrm>
            <a:off x="5279761" y="1926266"/>
            <a:ext cx="5509610" cy="4350438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813816">
              <a:spcAft>
                <a:spcPts val="600"/>
              </a:spcAft>
            </a:pP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Binary and hexadecimal are frequently used when looking at raw data. </a:t>
            </a:r>
          </a:p>
          <a:p>
            <a:pPr defTabSz="813816">
              <a:spcAft>
                <a:spcPts val="600"/>
              </a:spcAft>
            </a:pP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Hexadecimal is preceded  by '0x' to differentiate it from a decimal number.</a:t>
            </a:r>
          </a:p>
          <a:p>
            <a:pPr defTabSz="813816">
              <a:spcAft>
                <a:spcPts val="600"/>
              </a:spcAft>
            </a:pP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decimal value of each column in a hexadecimal number increases by a factor of 16. </a:t>
            </a:r>
          </a:p>
          <a:p>
            <a:pPr defTabSz="813816">
              <a:spcAft>
                <a:spcPts val="600"/>
              </a:spcAft>
            </a:pPr>
            <a:r>
              <a:rPr lang="en-US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Therefore, the decimal value of the first column is 1, the second column has a decimal value of 16, and the third column has a decimal value of 256.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257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Binary, Decimal and Hexadecimal (cont.)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3EF5EB4A-9D50-440D-A83B-B8C119747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2119673"/>
            <a:ext cx="6408836" cy="246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54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Binary, Decimal and Hexadecimal (cont.)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433772C-9BFA-4665-93C9-9CF758C61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2512214"/>
            <a:ext cx="6408836" cy="168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558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Binary, Decimal and Hexadecimal (cont.)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72B8B2FE-062A-8961-885F-D762B59F6A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3916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Sizes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370BFB9-EA19-D995-DD93-62AA0D7D79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4206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/>
          </p:cNvSpPr>
          <p:nvPr/>
        </p:nvSpPr>
        <p:spPr>
          <a:xfrm>
            <a:off x="1206445" y="2731466"/>
            <a:ext cx="3653412" cy="3541318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841248">
              <a:spcAft>
                <a:spcPts val="600"/>
              </a:spcAft>
            </a:pPr>
            <a:r>
              <a:rPr lang="en-US" sz="294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Sizes (cont.)</a:t>
            </a:r>
            <a:endParaRPr lang="en-US" sz="32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E3EF2-2298-48F3-B738-77506CEF4CF5}"/>
              </a:ext>
            </a:extLst>
          </p:cNvPr>
          <p:cNvSpPr>
            <a:spLocks/>
          </p:cNvSpPr>
          <p:nvPr/>
        </p:nvSpPr>
        <p:spPr>
          <a:xfrm>
            <a:off x="5241866" y="1737360"/>
            <a:ext cx="5734545" cy="4528049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841248">
              <a:spcAft>
                <a:spcPts val="600"/>
              </a:spcAft>
            </a:pPr>
            <a:r>
              <a:rPr lang="en-US" sz="165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byte is the smallest amount of space that is typically allocated to data. </a:t>
            </a:r>
          </a:p>
          <a:p>
            <a:pPr defTabSz="841248">
              <a:spcAft>
                <a:spcPts val="600"/>
              </a:spcAft>
            </a:pPr>
            <a:r>
              <a:rPr lang="en-US" sz="165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byte can hold only 256 values, so bytes are grouped together to store larger numbers. </a:t>
            </a:r>
          </a:p>
          <a:p>
            <a:pPr defTabSz="841248">
              <a:spcAft>
                <a:spcPts val="600"/>
              </a:spcAft>
            </a:pPr>
            <a:r>
              <a:rPr lang="en-US" sz="165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Typical sizes include 2, 4, or 8 bytes</a:t>
            </a:r>
          </a:p>
          <a:p>
            <a:pPr defTabSz="841248">
              <a:spcAft>
                <a:spcPts val="600"/>
              </a:spcAft>
            </a:pPr>
            <a:r>
              <a:rPr lang="en-US" sz="165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Computers differ in how they organize multiple-byte values. Some of them use </a:t>
            </a:r>
            <a:r>
              <a:rPr lang="en-US" sz="1656" i="1" kern="120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big-endian ordering </a:t>
            </a:r>
            <a:r>
              <a:rPr lang="en-US" sz="165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put the most significant byte of the number in the first storage byte, and others use </a:t>
            </a:r>
            <a:r>
              <a:rPr lang="en-US" sz="1656" i="1" kern="120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little-endian ordering</a:t>
            </a:r>
            <a:r>
              <a:rPr lang="en-US" sz="1656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5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put the least significant byte of the number in the first storage byte.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9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/>
          </p:cNvSpPr>
          <p:nvPr/>
        </p:nvSpPr>
        <p:spPr>
          <a:xfrm>
            <a:off x="1206445" y="2731466"/>
            <a:ext cx="3653412" cy="3541318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841248">
              <a:spcAft>
                <a:spcPts val="600"/>
              </a:spcAft>
            </a:pPr>
            <a:r>
              <a:rPr lang="en-US" sz="294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Sizes (cont.)</a:t>
            </a:r>
            <a:endParaRPr lang="en-US" sz="32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E3EF2-2298-48F3-B738-77506CEF4CF5}"/>
              </a:ext>
            </a:extLst>
          </p:cNvPr>
          <p:cNvSpPr>
            <a:spLocks/>
          </p:cNvSpPr>
          <p:nvPr/>
        </p:nvSpPr>
        <p:spPr>
          <a:xfrm>
            <a:off x="5241866" y="1737360"/>
            <a:ext cx="5734545" cy="4528049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841248">
              <a:spcAft>
                <a:spcPts val="600"/>
              </a:spcAft>
            </a:pPr>
            <a:r>
              <a:rPr lang="en-US" sz="165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Recall that the most significant byte is the byte with the most value (the left-most byte), and the least significant byte is the byte with the least value (the right-most byte).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72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809" y="953037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Sizes (cont.)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3B82E8AE-14D4-4009-8D32-4E0EE83DC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2057143"/>
            <a:ext cx="5536001" cy="268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51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Sizes (cont.)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2BD57F0A-8AF9-DEDA-0921-42376058F5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9156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Strings and Character Encoding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5A0D1AEA-C8E4-A8E0-B937-CEDB58AAA8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6914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9609" y="4685288"/>
            <a:ext cx="4171994" cy="10357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Strings and Character Encoding (cont.)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8A5359E6-CBCB-4582-BFCB-E6EB0AD44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572" y="955359"/>
            <a:ext cx="5608830" cy="483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22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Strings and Character Encoding (cont.)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489B6C17-1E9B-C2FA-05F6-4A3934B57F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3188" y="987425"/>
          <a:ext cx="6172200" cy="5317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2289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809" y="953037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Strings and Character Encoding (cont.)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close up of a keyboard&#10;&#10;Description automatically generated">
            <a:extLst>
              <a:ext uri="{FF2B5EF4-FFF2-40B4-BE49-F238E27FC236}">
                <a16:creationId xmlns:a16="http://schemas.microsoft.com/office/drawing/2014/main" id="{02DF5AE4-EF1B-4628-96D1-86C27249A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2513863"/>
            <a:ext cx="5536001" cy="177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293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/>
          </p:cNvSpPr>
          <p:nvPr/>
        </p:nvSpPr>
        <p:spPr>
          <a:xfrm>
            <a:off x="1407992" y="2782821"/>
            <a:ext cx="3506097" cy="3398523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813816">
              <a:spcAft>
                <a:spcPts val="600"/>
              </a:spcAft>
            </a:pPr>
            <a:r>
              <a:rPr lang="en-US" sz="284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Strings and Character Encoding (cont.)</a:t>
            </a:r>
            <a:endParaRPr lang="en-US" sz="32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02E60-3FCA-4CFE-8C62-EDFBBDD4AB38}"/>
              </a:ext>
            </a:extLst>
          </p:cNvPr>
          <p:cNvSpPr>
            <a:spLocks/>
          </p:cNvSpPr>
          <p:nvPr/>
        </p:nvSpPr>
        <p:spPr>
          <a:xfrm>
            <a:off x="5280694" y="1828800"/>
            <a:ext cx="5503314" cy="4345466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defTabSz="813816">
              <a:spcAft>
                <a:spcPts val="600"/>
              </a:spcAf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three ways of storing a Unicode character. </a:t>
            </a:r>
          </a:p>
          <a:p>
            <a:pPr defTabSz="813816">
              <a:spcAft>
                <a:spcPts val="600"/>
              </a:spcAf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first method, UTF-32, uses a 4-byte value for each character, which might waste a lot of space. </a:t>
            </a:r>
          </a:p>
          <a:p>
            <a:pPr defTabSz="813816">
              <a:spcAft>
                <a:spcPts val="600"/>
              </a:spcAf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second method, UTF-16, stores the most heavily used characters in a 2-byte value and the lesser-used characters in a 4- byte value. </a:t>
            </a:r>
          </a:p>
          <a:p>
            <a:pPr defTabSz="813816">
              <a:spcAft>
                <a:spcPts val="600"/>
              </a:spcAf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Therefore, on average this uses less space than UTF-32. The third method is called UTF-8, and it uses 1, 2, or 4 bytes to store a character. </a:t>
            </a:r>
          </a:p>
          <a:p>
            <a:pPr defTabSz="813816">
              <a:spcAft>
                <a:spcPts val="600"/>
              </a:spcAf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character requires a different number of bytes, and the most frequently used bytes use only 1 byte.</a:t>
            </a:r>
          </a:p>
          <a:p>
            <a:pPr defTabSz="813816">
              <a:spcAft>
                <a:spcPts val="600"/>
              </a:spcAf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UTF-8 and UTF-16 use a variable number of bytes to store each character and, therefore, make processing the data more difficult. </a:t>
            </a:r>
          </a:p>
          <a:p>
            <a:pPr defTabSz="813816">
              <a:spcAft>
                <a:spcPts val="600"/>
              </a:spcAf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UTF-8 is frequently used because it has the least amount of wasted space and because ASCII is a subset of it. </a:t>
            </a:r>
          </a:p>
          <a:p>
            <a:pPr defTabSz="813816">
              <a:spcAft>
                <a:spcPts val="600"/>
              </a:spcAf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UTF-8 string that has only the characters in ASCII uses only 1 byte per character and has the same values as the equivalent ASCII string.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4250803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Structures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010AD4B3-5E11-3330-02BD-8CD3AA430A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9167988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5343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Structures (cont.)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4515283C-DCAF-535A-77E4-B008B65986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0454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Structures (cont.)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picture containing table&#10;&#10;Description automatically generated">
            <a:extLst>
              <a:ext uri="{FF2B5EF4-FFF2-40B4-BE49-F238E27FC236}">
                <a16:creationId xmlns:a16="http://schemas.microsoft.com/office/drawing/2014/main" id="{43FA581A-D798-45DF-9349-51339F339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3257325"/>
            <a:ext cx="11548872" cy="233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826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Structures (cont.)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2A4817B5-4803-9B26-E605-46D7F54097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00848" y="2878112"/>
          <a:ext cx="9131911" cy="3132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7DC37E6-D75D-4A10-BD82-EFC21641F1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485" y="1795123"/>
            <a:ext cx="6444618" cy="77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031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/>
              <a:t>Data Organization</a:t>
            </a:r>
            <a:endParaRPr lang="en-US" sz="5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/>
              <a:t>Data Structures (cont.)</a:t>
            </a:r>
            <a:endParaRPr lang="en-US" sz="3200" dirty="0"/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9F2A3354-2CBA-71C1-3081-F0D72374B9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00848" y="2878112"/>
          <a:ext cx="9131911" cy="3132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7DC37E6-D75D-4A10-BD82-EFC21641F1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485" y="1795123"/>
            <a:ext cx="6444618" cy="77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521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8426-842A-4348-856A-21218F6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Data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0E050-C7F3-41DE-B736-E7AA436A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Structures (cont.)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0ACA938-B814-28D3-D169-8E1A565681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00848" y="2878112"/>
          <a:ext cx="9131911" cy="3132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7DC37E6-D75D-4A10-BD82-EFC21641F1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485" y="1795123"/>
            <a:ext cx="6444618" cy="77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54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FE8B7-48D6-F09F-EF49-AEF5A3ACF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5600" cy="768096"/>
          </a:xfrm>
        </p:spPr>
        <p:txBody>
          <a:bodyPr/>
          <a:lstStyle/>
          <a:p>
            <a:r>
              <a:rPr lang="en-US" dirty="0"/>
              <a:t>Notable GitHub / Open Source File Carving Tools</a:t>
            </a:r>
            <a:endParaRPr lang="en-MY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12404D5-0269-9B97-FBA4-45717D2D3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656648"/>
              </p:ext>
            </p:extLst>
          </p:nvPr>
        </p:nvGraphicFramePr>
        <p:xfrm>
          <a:off x="891604" y="1302814"/>
          <a:ext cx="10515600" cy="4575252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9713376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984332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330651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50319752"/>
                    </a:ext>
                  </a:extLst>
                </a:gridCol>
              </a:tblGrid>
              <a:tr h="316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/>
                        <a:t>Repository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/>
                        <a:t>Description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/>
                        <a:t>Strengths / Use in Teaching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/>
                        <a:t>Limitations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470233"/>
                  </a:ext>
                </a:extLst>
              </a:tr>
              <a:tr h="452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 dirty="0" err="1"/>
                        <a:t>wahlflo</a:t>
                      </a:r>
                      <a:r>
                        <a:rPr lang="en-MY" sz="1200" b="1" dirty="0"/>
                        <a:t>/</a:t>
                      </a:r>
                      <a:r>
                        <a:rPr lang="en-MY" sz="1200" b="1" dirty="0" err="1"/>
                        <a:t>pyFileCarving</a:t>
                      </a:r>
                      <a:endParaRPr lang="en-MY" sz="1200" dirty="0"/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 Python CLI script for file carving (PE, PDF, pictures) (</a:t>
                      </a:r>
                      <a:r>
                        <a:rPr lang="en-US" sz="1200" dirty="0">
                          <a:hlinkClick r:id="rId2" tooltip="wahlflo/pyFileCarving: A python cli script for simple file ..."/>
                        </a:rPr>
                        <a:t>GitHub</a:t>
                      </a:r>
                      <a:r>
                        <a:rPr lang="en-US" sz="1200" dirty="0"/>
                        <a:t>)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Very simple, easy to read and modify in class. Great demo material.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Not optimized for performance or fragmented files.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247243"/>
                  </a:ext>
                </a:extLst>
              </a:tr>
              <a:tr h="587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 dirty="0" err="1"/>
                        <a:t>sleuthkit</a:t>
                      </a:r>
                      <a:r>
                        <a:rPr lang="en-MY" sz="1200" b="1"/>
                        <a:t> / scalpel</a:t>
                      </a:r>
                      <a:endParaRPr lang="en-MY" sz="1200"/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Scalpel is a well-known file carving tool (part of the Sleuth Kit project) (</a:t>
                      </a:r>
                      <a:r>
                        <a:rPr lang="en-US" sz="1200">
                          <a:hlinkClick r:id="rId3" tooltip="Scalpel is an open source data carving tool. It is not being ..."/>
                        </a:rPr>
                        <a:t>GitHub</a:t>
                      </a:r>
                      <a:r>
                        <a:rPr lang="en-US" sz="1200"/>
                        <a:t>)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Robust, tested, supports multiple file types. Good for practical labs.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More complex to build; configuration (scalpel.conf) must be tuned.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779908"/>
                  </a:ext>
                </a:extLst>
              </a:tr>
              <a:tr h="587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libyal / reviveit</a:t>
                      </a:r>
                      <a:endParaRPr lang="en-MY" sz="1200"/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Proof-of-concept recovery / carving tool using “Smart Carving” techniques (</a:t>
                      </a:r>
                      <a:r>
                        <a:rPr lang="en-US" sz="1200">
                          <a:hlinkClick r:id="rId4" tooltip="ReviveIT (revit) is a proof of concept file recovery tool (carver)"/>
                        </a:rPr>
                        <a:t>GitHub</a:t>
                      </a:r>
                      <a:r>
                        <a:rPr lang="en-US" sz="1200"/>
                        <a:t>)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More advanced, shows research ideas. Good for advanced students.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Less polished, possibly incomplete support for many file types.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936457"/>
                  </a:ext>
                </a:extLst>
              </a:tr>
              <a:tr h="723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 dirty="0"/>
                        <a:t>Lakshmipathi / </a:t>
                      </a:r>
                      <a:r>
                        <a:rPr lang="en-MY" sz="1200" b="1" dirty="0" err="1"/>
                        <a:t>extcarve</a:t>
                      </a:r>
                      <a:endParaRPr lang="en-MY" sz="1200" dirty="0"/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Semantic file carving tool with support for Ext2/Ext3/Ext4 and file types like jpg, pdf, etc. (</a:t>
                      </a:r>
                      <a:r>
                        <a:rPr lang="en-US" sz="1200">
                          <a:hlinkClick r:id="rId5" tooltip="Lakshmipathi/extcarve: semantic file carving tool"/>
                        </a:rPr>
                        <a:t>GitHub</a:t>
                      </a:r>
                      <a:r>
                        <a:rPr lang="en-US" sz="1200"/>
                        <a:t>)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Useful for teaching Linux file system carving.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May not handle fragmentation fully; code base is older.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013903"/>
                  </a:ext>
                </a:extLst>
              </a:tr>
              <a:tr h="587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bluebears-dev / carve</a:t>
                      </a:r>
                      <a:endParaRPr lang="en-MY" sz="1200"/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 “naive magic number based” file carver (simple) (</a:t>
                      </a:r>
                      <a:r>
                        <a:rPr lang="en-US" sz="1200">
                          <a:hlinkClick r:id="rId6" tooltip="bluebears-dev/carve: Naive magic number based file carver - GitHub"/>
                        </a:rPr>
                        <a:t>GitHub</a:t>
                      </a:r>
                      <a:r>
                        <a:rPr lang="en-US" sz="1200"/>
                        <a:t>)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Very simple — good starting point to show how magic number carving works.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Minimal features; may fail on complex or fragmented files.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306160"/>
                  </a:ext>
                </a:extLst>
              </a:tr>
              <a:tr h="587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sondosaabed / File-Carving-Tool</a:t>
                      </a:r>
                      <a:endParaRPr lang="en-MY" sz="1200"/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Java tool for signature-based carving, fragmentation handling, hashing, etc. (</a:t>
                      </a:r>
                      <a:r>
                        <a:rPr lang="en-US" sz="1200">
                          <a:hlinkClick r:id="rId7" tooltip="sondosaabed/File-Carving-Tool"/>
                        </a:rPr>
                        <a:t>GitHub</a:t>
                      </a:r>
                      <a:r>
                        <a:rPr lang="en-US" sz="1200"/>
                        <a:t>)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Good GUI or teaching demo for students who prefer Java.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Probably not as effective for performance or large datasets.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084408"/>
                  </a:ext>
                </a:extLst>
              </a:tr>
              <a:tr h="723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Will-Banksy / searchlight</a:t>
                      </a:r>
                      <a:endParaRPr lang="en-MY" sz="1200"/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 newer, GPU-accelerated / validation-aware carving tool (PNG, JPEG, ZIP) (</a:t>
                      </a:r>
                      <a:r>
                        <a:rPr lang="en-US" sz="1200">
                          <a:hlinkClick r:id="rId8" tooltip="Will-Banksy/searchlight - GitHub"/>
                        </a:rPr>
                        <a:t>GitHub</a:t>
                      </a:r>
                      <a:r>
                        <a:rPr lang="en-US" sz="1200"/>
                        <a:t>)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Shows more modern techniques (validation, fragmented reconstruction). Great for research topics.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Still “work in progress,” might not be as stable as production tools.</a:t>
                      </a:r>
                    </a:p>
                  </a:txBody>
                  <a:tcPr marL="43083" marR="43083" marT="21541" marB="21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114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566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gnifying glass on clear background">
            <a:extLst>
              <a:ext uri="{FF2B5EF4-FFF2-40B4-BE49-F238E27FC236}">
                <a16:creationId xmlns:a16="http://schemas.microsoft.com/office/drawing/2014/main" id="{B2F35FA3-7335-B416-8A0C-3126D3ED13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74" r="894" b="-1"/>
          <a:stretch/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B5199-2783-41C7-AC29-BF8D2931DFE6}"/>
              </a:ext>
            </a:extLst>
          </p:cNvPr>
          <p:cNvSpPr txBox="1"/>
          <p:nvPr/>
        </p:nvSpPr>
        <p:spPr>
          <a:xfrm>
            <a:off x="8079978" y="2533476"/>
            <a:ext cx="336923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Thank you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تريما کاسيه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شكرا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2000"/>
              <a:t>谢谢</a:t>
            </a:r>
            <a:endParaRPr lang="en-US" altLang="ja-JP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நன்றி</a:t>
            </a:r>
          </a:p>
        </p:txBody>
      </p:sp>
    </p:spTree>
    <p:extLst>
      <p:ext uri="{BB962C8B-B14F-4D97-AF65-F5344CB8AC3E}">
        <p14:creationId xmlns:p14="http://schemas.microsoft.com/office/powerpoint/2010/main" val="1303076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3991</TotalTime>
  <Words>2149</Words>
  <Application>Microsoft Office PowerPoint</Application>
  <PresentationFormat>Widescreen</PresentationFormat>
  <Paragraphs>170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  TSF3313 FILE SYSTEM FORENSICS Chapter 2 Computer Foundations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Data Organization</vt:lpstr>
      <vt:lpstr>Notable GitHub / Open Source File Carving Tools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Hassan Mohamed</dc:creator>
  <cp:lastModifiedBy>Afiqah binti Mohammad Azahari</cp:lastModifiedBy>
  <cp:revision>158</cp:revision>
  <dcterms:created xsi:type="dcterms:W3CDTF">2020-02-20T00:45:27Z</dcterms:created>
  <dcterms:modified xsi:type="dcterms:W3CDTF">2025-10-08T06:56:18Z</dcterms:modified>
</cp:coreProperties>
</file>